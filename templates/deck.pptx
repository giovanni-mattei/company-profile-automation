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4.xml" ContentType="application/vnd.openxmlformats-officedocument.presentationml.notes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slideLayouts/slideLayout2.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showSpecialPlsOnTitleSld="0">
  <p:sldMasterIdLst>
    <p:sldMasterId id="2147483648" r:id="rId1"/>
  </p:sldMasterIdLst>
  <p:notesMasterIdLst>
    <p:notesMasterId r:id="rId9"/>
  </p:notesMasterIdLst>
  <p:sldIdLst>
    <p:sldId id="256" r:id="rId4"/>
    <p:sldId id="257" r:id="rId5"/>
    <p:sldId id="258" r:id="rId6"/>
    <p:sldId id="259" r:id="rId7"/>
    <p:sldId id="260" r:id="rId8"/>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1">
      <p:cViewPr varScale="1">
        <p:scale>
          <a:sx n="100" d="100"/>
          <a:sy n="100" d="100"/>
        </p:scale>
        <p:origin x="378" y="90"/>
      </p:cViewPr>
      <p:guideLst>
        <p:guide pos="3840"/>
        <p:guide pos="2160" orient="horz"/>
      </p:guideLst>
    </p:cSldViewPr>
  </p:slideViewPr>
  <p:gridSpacing cx="203200" cy="203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notesMaster" Target="notesMasters/notesMaster1.xml"/><Relationship Id="rId10" Type="http://schemas.openxmlformats.org/officeDocument/2006/relationships/presProps" Target="presProps.xml" /><Relationship Id="rId11" Type="http://schemas.openxmlformats.org/officeDocument/2006/relationships/tableStyles" Target="tableStyles.xml" /><Relationship Id="rId1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463328867"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77050371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en-US"/>
              <a:t>10/30/2013</a:t>
            </a:fld>
            <a:endParaRPr lang="en-US"/>
          </a:p>
        </p:txBody>
      </p:sp>
      <p:sp>
        <p:nvSpPr>
          <p:cNvPr id="1495990734"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249700317"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511223140"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158128243"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en-US"/>
              <a:t>‹#›</a:t>
            </a:fld>
            <a:endParaRPr lang="en-US"/>
          </a:p>
        </p:txBody>
      </p:sp>
    </p:spTree>
  </p:cSld>
  <p:clrMap bg1="lt1" tx1="dk1" bg2="lt2" tx2="dk2" accent1="accent1" accent2="accent2" accent3="accent3" accent4="accent4" accent5="accent5" accent6="accent6" hlink="hlink" folHlink="folHlink"/>
  <p:hf dt="0" ftr="0" hdr="0" sldNum="1"/>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67459968" name="Slide Image Placeholder 1"/>
          <p:cNvSpPr>
            <a:spLocks noChangeAspect="1" noGrp="1" noRot="1"/>
          </p:cNvSpPr>
          <p:nvPr>
            <p:ph type="sldImg"/>
          </p:nvPr>
        </p:nvSpPr>
        <p:spPr bwMode="auto">
          <a:xfrm>
            <a:off x="685800" y="1143000"/>
            <a:ext cx="5486400" cy="3086100"/>
          </a:xfrm>
        </p:spPr>
      </p:sp>
      <p:sp>
        <p:nvSpPr>
          <p:cNvPr id="2039998749" name="Notes Placeholder 2"/>
          <p:cNvSpPr>
            <a:spLocks noGrp="1"/>
          </p:cNvSpPr>
          <p:nvPr>
            <p:ph type="body" idx="1"/>
          </p:nvPr>
        </p:nvSpPr>
        <p:spPr bwMode="auto"/>
        <p:txBody>
          <a:bodyPr/>
          <a:lstStyle/>
          <a:p>
            <a:pPr>
              <a:defRPr/>
            </a:pPr>
            <a:endParaRPr lang="en-US">
              <a:latin typeface="Arial"/>
              <a:cs typeface="Arial"/>
            </a:endParaRPr>
          </a:p>
        </p:txBody>
      </p:sp>
      <p:sp>
        <p:nvSpPr>
          <p:cNvPr id="1046570907" name="Slide Number Placeholder 3"/>
          <p:cNvSpPr>
            <a:spLocks noGrp="1"/>
          </p:cNvSpPr>
          <p:nvPr>
            <p:ph type="sldNum" sz="quarter" idx="10"/>
          </p:nvPr>
        </p:nvSpPr>
        <p:spPr bwMode="auto"/>
        <p:txBody>
          <a:bodyPr/>
          <a:lstStyle/>
          <a:p>
            <a:pPr>
              <a:defRPr/>
            </a:pPr>
            <a:fld id="{2E6999B8-B6B4-4561-A3CD-BBCDAB9FC9D9}"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13495142" name="Slide Image Placeholder 1"/>
          <p:cNvSpPr>
            <a:spLocks noChangeAspect="1" noGrp="1" noRot="1"/>
          </p:cNvSpPr>
          <p:nvPr>
            <p:ph type="sldImg"/>
          </p:nvPr>
        </p:nvSpPr>
        <p:spPr bwMode="auto"/>
      </p:sp>
      <p:sp>
        <p:nvSpPr>
          <p:cNvPr id="1771338041" name="Notes Placeholder 2"/>
          <p:cNvSpPr>
            <a:spLocks noGrp="1"/>
          </p:cNvSpPr>
          <p:nvPr>
            <p:ph type="body" idx="1"/>
          </p:nvPr>
        </p:nvSpPr>
        <p:spPr bwMode="auto"/>
        <p:txBody>
          <a:bodyPr/>
          <a:lstStyle/>
          <a:p>
            <a:pPr>
              <a:defRPr/>
            </a:pPr>
            <a:endParaRPr/>
          </a:p>
        </p:txBody>
      </p:sp>
      <p:sp>
        <p:nvSpPr>
          <p:cNvPr id="1498846187" name="Slide Number Placeholder 3"/>
          <p:cNvSpPr>
            <a:spLocks noGrp="1"/>
          </p:cNvSpPr>
          <p:nvPr>
            <p:ph type="sldNum" sz="quarter" idx="10"/>
          </p:nvPr>
        </p:nvSpPr>
        <p:spPr bwMode="auto"/>
        <p:txBody>
          <a:bodyPr/>
          <a:lstStyle/>
          <a:p>
            <a:pPr>
              <a:defRPr/>
            </a:pPr>
            <a:fld id="{9182EF0A-A771-ECF1-0FFC-8586B359D997}"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48904" name="Slide Image Placeholder 1"/>
          <p:cNvSpPr>
            <a:spLocks noChangeAspect="1" noGrp="1" noRot="1"/>
          </p:cNvSpPr>
          <p:nvPr>
            <p:ph type="sldImg"/>
          </p:nvPr>
        </p:nvSpPr>
        <p:spPr bwMode="auto"/>
      </p:sp>
      <p:sp>
        <p:nvSpPr>
          <p:cNvPr id="366691802" name="Notes Placeholder 2"/>
          <p:cNvSpPr>
            <a:spLocks noGrp="1"/>
          </p:cNvSpPr>
          <p:nvPr>
            <p:ph type="body" idx="1"/>
          </p:nvPr>
        </p:nvSpPr>
        <p:spPr bwMode="auto"/>
        <p:txBody>
          <a:bodyPr/>
          <a:lstStyle/>
          <a:p>
            <a:pPr>
              <a:defRPr/>
            </a:pPr>
            <a:endParaRPr/>
          </a:p>
        </p:txBody>
      </p:sp>
      <p:sp>
        <p:nvSpPr>
          <p:cNvPr id="1792424974" name="Slide Number Placeholder 3"/>
          <p:cNvSpPr>
            <a:spLocks noGrp="1"/>
          </p:cNvSpPr>
          <p:nvPr>
            <p:ph type="sldNum" sz="quarter" idx="10"/>
          </p:nvPr>
        </p:nvSpPr>
        <p:spPr bwMode="auto"/>
        <p:txBody>
          <a:bodyPr/>
          <a:lstStyle/>
          <a:p>
            <a:pPr>
              <a:defRPr/>
            </a:pPr>
            <a:fld id="{A9FDA3FF-A8CC-A44C-6F82-C6C2382F685E}"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73641079" name="Slide Image Placeholder 1"/>
          <p:cNvSpPr>
            <a:spLocks noChangeAspect="1" noGrp="1" noRot="1"/>
          </p:cNvSpPr>
          <p:nvPr>
            <p:ph type="sldImg"/>
          </p:nvPr>
        </p:nvSpPr>
        <p:spPr bwMode="auto"/>
      </p:sp>
      <p:sp>
        <p:nvSpPr>
          <p:cNvPr id="1629980016" name="Notes Placeholder 2"/>
          <p:cNvSpPr>
            <a:spLocks noGrp="1"/>
          </p:cNvSpPr>
          <p:nvPr>
            <p:ph type="body" idx="1"/>
          </p:nvPr>
        </p:nvSpPr>
        <p:spPr bwMode="auto"/>
        <p:txBody>
          <a:bodyPr/>
          <a:lstStyle/>
          <a:p>
            <a:pPr>
              <a:defRPr/>
            </a:pPr>
            <a:endParaRPr/>
          </a:p>
        </p:txBody>
      </p:sp>
      <p:sp>
        <p:nvSpPr>
          <p:cNvPr id="254365440" name="Slide Number Placeholder 3"/>
          <p:cNvSpPr>
            <a:spLocks noGrp="1"/>
          </p:cNvSpPr>
          <p:nvPr>
            <p:ph type="sldNum" sz="quarter" idx="10"/>
          </p:nvPr>
        </p:nvSpPr>
        <p:spPr bwMode="auto"/>
        <p:txBody>
          <a:bodyPr/>
          <a:lstStyle/>
          <a:p>
            <a:pPr>
              <a:defRPr/>
            </a:pPr>
            <a:fld id="{2C79BD58-2C2A-2DD2-AD6D-7237FB36A47F}"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85454754" name="Slide Image Placeholder 1"/>
          <p:cNvSpPr>
            <a:spLocks noChangeAspect="1" noGrp="1" noRot="1"/>
          </p:cNvSpPr>
          <p:nvPr>
            <p:ph type="sldImg"/>
          </p:nvPr>
        </p:nvSpPr>
        <p:spPr bwMode="auto"/>
      </p:sp>
      <p:sp>
        <p:nvSpPr>
          <p:cNvPr id="2033701767" name="Notes Placeholder 2"/>
          <p:cNvSpPr>
            <a:spLocks noGrp="1"/>
          </p:cNvSpPr>
          <p:nvPr>
            <p:ph type="body" idx="1"/>
          </p:nvPr>
        </p:nvSpPr>
        <p:spPr bwMode="auto"/>
        <p:txBody>
          <a:bodyPr/>
          <a:lstStyle/>
          <a:p>
            <a:pPr>
              <a:defRPr/>
            </a:pPr>
            <a:endParaRPr/>
          </a:p>
        </p:txBody>
      </p:sp>
      <p:sp>
        <p:nvSpPr>
          <p:cNvPr id="284645881" name="Slide Number Placeholder 3"/>
          <p:cNvSpPr>
            <a:spLocks noGrp="1"/>
          </p:cNvSpPr>
          <p:nvPr>
            <p:ph type="sldNum" sz="quarter" idx="10"/>
          </p:nvPr>
        </p:nvSpPr>
        <p:spPr bwMode="auto"/>
        <p:txBody>
          <a:bodyPr/>
          <a:lstStyle/>
          <a:p>
            <a:pPr>
              <a:defRPr/>
            </a:pPr>
            <a:fld id="{11ADC0F5-3AD5-6105-20E7-E3714E5B283A}"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828498937" name="Rectangle 1245485961"/>
          <p:cNvSpPr/>
          <p:nvPr/>
        </p:nvSpPr>
        <p:spPr bwMode="auto">
          <a:xfrm rot="0" flipH="0" flipV="0">
            <a:off x="0" y="-25398"/>
            <a:ext cx="4063999" cy="6908797"/>
          </a:xfrm>
          <a:prstGeom prst="rect">
            <a:avLst/>
          </a:prstGeom>
          <a:solidFill>
            <a:schemeClr val="tx2"/>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cxnSp>
        <p:nvCxnSpPr>
          <p:cNvPr id="1697149976" name=""/>
          <p:cNvCxnSpPr/>
          <p:nvPr/>
        </p:nvCxnSpPr>
        <p:spPr bwMode="auto">
          <a:xfrm flipH="0" flipV="0">
            <a:off x="4267199" y="3428660"/>
            <a:ext cx="6705597" cy="339"/>
          </a:xfrm>
          <a:prstGeom prst="line">
            <a:avLst/>
          </a:prstGeom>
          <a:ln w="190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24544210" name="Title 1"/>
          <p:cNvSpPr>
            <a:spLocks noGrp="1"/>
          </p:cNvSpPr>
          <p:nvPr>
            <p:ph type="ctrTitle"/>
          </p:nvPr>
        </p:nvSpPr>
        <p:spPr bwMode="auto">
          <a:xfrm flipH="0" flipV="0">
            <a:off x="4267199" y="1600200"/>
            <a:ext cx="6705597" cy="1625598"/>
          </a:xfrm>
        </p:spPr>
        <p:txBody>
          <a:bodyPr anchor="b"/>
          <a:lstStyle>
            <a:lvl1pPr algn="l">
              <a:defRPr sz="4800" b="1">
                <a:solidFill>
                  <a:schemeClr val="tx2"/>
                </a:solidFill>
              </a:defRPr>
            </a:lvl1pPr>
            <a:lvl2pPr algn="l">
              <a:defRPr sz="4800" b="1">
                <a:solidFill>
                  <a:schemeClr val="tx2"/>
                </a:solidFill>
              </a:defRPr>
            </a:lvl2pPr>
            <a:lvl3pPr algn="l">
              <a:defRPr sz="4800" b="1">
                <a:solidFill>
                  <a:schemeClr val="tx2"/>
                </a:solidFill>
              </a:defRPr>
            </a:lvl3pPr>
            <a:lvl4pPr algn="l">
              <a:defRPr sz="4800" b="1">
                <a:solidFill>
                  <a:schemeClr val="tx2"/>
                </a:solidFill>
              </a:defRPr>
            </a:lvl4pPr>
            <a:lvl5pPr algn="l">
              <a:defRPr sz="4800" b="1">
                <a:solidFill>
                  <a:schemeClr val="tx2"/>
                </a:solidFill>
              </a:defRPr>
            </a:lvl5pPr>
            <a:lvl6pPr algn="l">
              <a:defRPr sz="4800" b="1">
                <a:solidFill>
                  <a:schemeClr val="tx2"/>
                </a:solidFill>
              </a:defRPr>
            </a:lvl6pPr>
            <a:lvl7pPr algn="l">
              <a:defRPr sz="4800" b="1">
                <a:solidFill>
                  <a:schemeClr val="tx2"/>
                </a:solidFill>
              </a:defRPr>
            </a:lvl7pPr>
            <a:lvl8pPr algn="l">
              <a:defRPr sz="4800" b="1">
                <a:solidFill>
                  <a:schemeClr val="tx2"/>
                </a:solidFill>
              </a:defRPr>
            </a:lvl8pPr>
            <a:lvl9pPr algn="l">
              <a:defRPr sz="4800" b="1">
                <a:solidFill>
                  <a:schemeClr val="tx2"/>
                </a:solidFill>
              </a:defRPr>
            </a:lvl9pPr>
          </a:lstStyle>
          <a:p>
            <a:pPr>
              <a:defRPr/>
            </a:pPr>
            <a:r>
              <a:rPr lang="en-US"/>
              <a:t>Click to edit Master title style</a:t>
            </a:r>
            <a:endParaRPr lang="en-US"/>
          </a:p>
        </p:txBody>
      </p:sp>
      <p:sp>
        <p:nvSpPr>
          <p:cNvPr id="1352638564" name="Subtitle 2"/>
          <p:cNvSpPr>
            <a:spLocks noGrp="1"/>
          </p:cNvSpPr>
          <p:nvPr>
            <p:ph type="subTitle" idx="1"/>
          </p:nvPr>
        </p:nvSpPr>
        <p:spPr bwMode="auto">
          <a:xfrm flipH="0" flipV="0">
            <a:off x="4267199" y="3632198"/>
            <a:ext cx="6705597" cy="1625598"/>
          </a:xfrm>
        </p:spPr>
        <p:txBody>
          <a:bodyPr/>
          <a:lstStyle>
            <a:lvl1pPr marL="0" indent="0" algn="l">
              <a:buNone/>
              <a:defRPr sz="2800">
                <a:solidFill>
                  <a:schemeClr val="tx2"/>
                </a:solidFill>
              </a:defRPr>
            </a:lvl1pPr>
            <a:lvl2pPr marL="457200" indent="0" algn="l">
              <a:buNone/>
              <a:defRPr sz="2800">
                <a:solidFill>
                  <a:schemeClr val="tx2"/>
                </a:solidFill>
              </a:defRPr>
            </a:lvl2pPr>
            <a:lvl3pPr marL="914400" indent="0" algn="l">
              <a:buNone/>
              <a:defRPr sz="2800">
                <a:solidFill>
                  <a:schemeClr val="tx2"/>
                </a:solidFill>
              </a:defRPr>
            </a:lvl3pPr>
            <a:lvl4pPr marL="1371600" indent="0" algn="l">
              <a:buNone/>
              <a:defRPr sz="2800">
                <a:solidFill>
                  <a:schemeClr val="tx2"/>
                </a:solidFill>
              </a:defRPr>
            </a:lvl4pPr>
            <a:lvl5pPr marL="1828800" indent="0" algn="l">
              <a:buNone/>
              <a:defRPr sz="2800">
                <a:solidFill>
                  <a:schemeClr val="tx2"/>
                </a:solidFill>
              </a:defRPr>
            </a:lvl5pPr>
            <a:lvl6pPr marL="2286000" indent="0" algn="l">
              <a:buNone/>
              <a:defRPr sz="2800">
                <a:solidFill>
                  <a:schemeClr val="tx2"/>
                </a:solidFill>
              </a:defRPr>
            </a:lvl6pPr>
            <a:lvl7pPr marL="2743200" indent="0" algn="l">
              <a:buNone/>
              <a:defRPr sz="2800">
                <a:solidFill>
                  <a:schemeClr val="tx2"/>
                </a:solidFill>
              </a:defRPr>
            </a:lvl7pPr>
            <a:lvl8pPr marL="3200400" indent="0" algn="l">
              <a:buNone/>
              <a:defRPr sz="2800">
                <a:solidFill>
                  <a:schemeClr val="tx2"/>
                </a:solidFill>
              </a:defRPr>
            </a:lvl8pPr>
            <a:lvl9pPr marL="3657600" indent="0" algn="l">
              <a:buNone/>
              <a:defRPr sz="2800">
                <a:solidFill>
                  <a:schemeClr val="tx2"/>
                </a:solidFill>
              </a:defRPr>
            </a:lvl9pPr>
          </a:lstStyle>
          <a:p>
            <a:pPr>
              <a:defRPr/>
            </a:pPr>
            <a:r>
              <a:rPr lang="en-US"/>
              <a:t>Click to edit Master subtitle style</a:t>
            </a: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909393669" name="Title 1"/>
          <p:cNvSpPr>
            <a:spLocks noGrp="1"/>
          </p:cNvSpPr>
          <p:nvPr>
            <p:ph type="title"/>
          </p:nvPr>
        </p:nvSpPr>
        <p:spPr bwMode="auto">
          <a:xfrm flipH="0" flipV="0">
            <a:off x="406399" y="177798"/>
            <a:ext cx="11379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2"/>
                </a:solidFill>
              </a:defRPr>
            </a:lvl1pPr>
            <a:lvl2pPr>
              <a:defRPr sz="2400" b="1">
                <a:solidFill>
                  <a:schemeClr val="tx2"/>
                </a:solidFill>
              </a:defRPr>
            </a:lvl2pPr>
            <a:lvl3pPr>
              <a:defRPr sz="2400" b="1">
                <a:solidFill>
                  <a:schemeClr val="tx2"/>
                </a:solidFill>
              </a:defRPr>
            </a:lvl3pPr>
            <a:lvl4pPr>
              <a:defRPr sz="2400" b="1">
                <a:solidFill>
                  <a:schemeClr val="tx2"/>
                </a:solidFill>
              </a:defRPr>
            </a:lvl4pPr>
            <a:lvl5pPr>
              <a:defRPr sz="2400" b="1">
                <a:solidFill>
                  <a:schemeClr val="tx2"/>
                </a:solidFill>
              </a:defRPr>
            </a:lvl5pPr>
            <a:lvl6pPr>
              <a:defRPr sz="2400" b="1">
                <a:solidFill>
                  <a:schemeClr val="tx2"/>
                </a:solidFill>
              </a:defRPr>
            </a:lvl6pPr>
            <a:lvl7pPr>
              <a:defRPr sz="2400" b="1">
                <a:solidFill>
                  <a:schemeClr val="tx2"/>
                </a:solidFill>
              </a:defRPr>
            </a:lvl7pPr>
            <a:lvl8pPr>
              <a:defRPr sz="2400" b="1">
                <a:solidFill>
                  <a:schemeClr val="tx2"/>
                </a:solidFill>
              </a:defRPr>
            </a:lvl8pPr>
            <a:lvl9pPr>
              <a:defRPr sz="2400" b="1">
                <a:solidFill>
                  <a:schemeClr val="tx2"/>
                </a:solidFill>
              </a:defRPr>
            </a:lvl9pPr>
          </a:lstStyle>
          <a:p>
            <a:pPr>
              <a:defRPr/>
            </a:pPr>
            <a:r>
              <a:rPr lang="en-US"/>
              <a:t>Click to edit Master title style</a:t>
            </a:r>
            <a:endParaRPr lang="en-US"/>
          </a:p>
        </p:txBody>
      </p:sp>
      <p:cxnSp>
        <p:nvCxnSpPr>
          <p:cNvPr id="2057070403" name=""/>
          <p:cNvCxnSpPr/>
          <p:nvPr/>
        </p:nvCxnSpPr>
        <p:spPr bwMode="auto">
          <a:xfrm flipH="0" flipV="0">
            <a:off x="406399" y="990599"/>
            <a:ext cx="11379199" cy="0"/>
          </a:xfrm>
          <a:prstGeom prst="line">
            <a:avLst/>
          </a:prstGeom>
          <a:ln w="190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5799897"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sp>
        <p:nvSpPr>
          <p:cNvPr id="476721899"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defRPr>
            </a:lvl1pPr>
          </a:lstStyle>
          <a:p>
            <a:pPr>
              <a:defRPr/>
            </a:pPr>
            <a:fld id="{AEDD7464-98B3-EF0F-F850-7E06DF1F04D8}" type="slidenum">
              <a:rPr lang="en-US"/>
              <a:t>&lt;#&gt;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2144126746" name="Rectangle 1245485961"/>
          <p:cNvSpPr/>
          <p:nvPr/>
        </p:nvSpPr>
        <p:spPr bwMode="auto">
          <a:xfrm rot="0" flipH="0" flipV="0">
            <a:off x="8127999" y="-25399"/>
            <a:ext cx="4063999" cy="6908799"/>
          </a:xfrm>
          <a:prstGeom prst="rect">
            <a:avLst/>
          </a:prstGeom>
          <a:solidFill>
            <a:schemeClr val="tx2"/>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3368032" name="Title 1"/>
          <p:cNvSpPr>
            <a:spLocks noGrp="1"/>
          </p:cNvSpPr>
          <p:nvPr>
            <p:ph type="title"/>
          </p:nvPr>
        </p:nvSpPr>
        <p:spPr bwMode="auto">
          <a:xfrm flipH="0" flipV="0">
            <a:off x="406399" y="177798"/>
            <a:ext cx="7315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2"/>
                </a:solidFill>
              </a:defRPr>
            </a:lvl1pPr>
            <a:lvl2pPr>
              <a:defRPr sz="2400" b="1">
                <a:solidFill>
                  <a:schemeClr val="tx2"/>
                </a:solidFill>
              </a:defRPr>
            </a:lvl2pPr>
            <a:lvl3pPr>
              <a:defRPr sz="2400" b="1">
                <a:solidFill>
                  <a:schemeClr val="tx2"/>
                </a:solidFill>
              </a:defRPr>
            </a:lvl3pPr>
            <a:lvl4pPr>
              <a:defRPr sz="2400" b="1">
                <a:solidFill>
                  <a:schemeClr val="tx2"/>
                </a:solidFill>
              </a:defRPr>
            </a:lvl4pPr>
            <a:lvl5pPr>
              <a:defRPr sz="2400" b="1">
                <a:solidFill>
                  <a:schemeClr val="tx2"/>
                </a:solidFill>
              </a:defRPr>
            </a:lvl5pPr>
            <a:lvl6pPr>
              <a:defRPr sz="2400" b="1">
                <a:solidFill>
                  <a:schemeClr val="tx2"/>
                </a:solidFill>
              </a:defRPr>
            </a:lvl6pPr>
            <a:lvl7pPr>
              <a:defRPr sz="2400" b="1">
                <a:solidFill>
                  <a:schemeClr val="tx2"/>
                </a:solidFill>
              </a:defRPr>
            </a:lvl7pPr>
            <a:lvl8pPr>
              <a:defRPr sz="2400" b="1">
                <a:solidFill>
                  <a:schemeClr val="tx2"/>
                </a:solidFill>
              </a:defRPr>
            </a:lvl8pPr>
            <a:lvl9pPr>
              <a:defRPr sz="2400" b="1">
                <a:solidFill>
                  <a:schemeClr val="tx2"/>
                </a:solidFill>
              </a:defRPr>
            </a:lvl9pPr>
          </a:lstStyle>
          <a:p>
            <a:pPr>
              <a:defRPr/>
            </a:pPr>
            <a:r>
              <a:rPr lang="en-US"/>
              <a:t>Click to edit Master title style</a:t>
            </a:r>
            <a:endParaRPr lang="en-US"/>
          </a:p>
        </p:txBody>
      </p:sp>
      <p:cxnSp>
        <p:nvCxnSpPr>
          <p:cNvPr id="1902255034" name=""/>
          <p:cNvCxnSpPr/>
          <p:nvPr/>
        </p:nvCxnSpPr>
        <p:spPr bwMode="auto">
          <a:xfrm flipH="0" flipV="0">
            <a:off x="406399" y="990599"/>
            <a:ext cx="7315199" cy="0"/>
          </a:xfrm>
          <a:prstGeom prst="line">
            <a:avLst/>
          </a:prstGeom>
          <a:ln w="190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14247252"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sp>
        <p:nvSpPr>
          <p:cNvPr id="342726068"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vl6pPr>
              <a:defRPr>
                <a:solidFill>
                  <a:schemeClr val="bg2"/>
                </a:solidFill>
              </a:defRPr>
            </a:lvl6pPr>
            <a:lvl7pPr>
              <a:defRPr>
                <a:solidFill>
                  <a:schemeClr val="bg2"/>
                </a:solidFill>
              </a:defRPr>
            </a:lvl7pPr>
            <a:lvl8pPr>
              <a:defRPr>
                <a:solidFill>
                  <a:schemeClr val="bg2"/>
                </a:solidFill>
              </a:defRPr>
            </a:lvl8pPr>
            <a:lvl9pPr>
              <a:defRPr>
                <a:solidFill>
                  <a:schemeClr val="bg2"/>
                </a:solidFill>
              </a:defRPr>
            </a:lvl9pPr>
          </a:lstStyle>
          <a:p>
            <a:pPr>
              <a:defRPr/>
            </a:pPr>
            <a:fld id="{40A18D06-49F8-D332-19DF-C1DE6A70A68E}" type="slidenum">
              <a:rPr lang="en-US"/>
              <a:t>&lt;#&gt;</a:t>
            </a:fld>
            <a:endParaRPr lang="en-US"/>
          </a:p>
        </p:txBody>
      </p:sp>
      <p:cxnSp>
        <p:nvCxnSpPr>
          <p:cNvPr id="1792061818" name=""/>
          <p:cNvCxnSpPr/>
          <p:nvPr/>
        </p:nvCxnSpPr>
        <p:spPr bwMode="auto">
          <a:xfrm flipH="0" flipV="0">
            <a:off x="8534399" y="990439"/>
            <a:ext cx="3251199" cy="159"/>
          </a:xfrm>
          <a:prstGeom prst="line">
            <a:avLst/>
          </a:prstGeom>
          <a:ln w="190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60426377" name="Text Placeholder 9"/>
          <p:cNvSpPr>
            <a:spLocks noGrp="1"/>
          </p:cNvSpPr>
          <p:nvPr>
            <p:ph type="body" sz="quarter"/>
          </p:nvPr>
        </p:nvSpPr>
        <p:spPr bwMode="auto">
          <a:xfrm rot="0" flipH="0" flipV="0">
            <a:off x="8534399" y="177798"/>
            <a:ext cx="3251199" cy="812799"/>
          </a:xfrm>
        </p:spPr>
        <p:txBody>
          <a:bodyPr vertOverflow="overflow" horzOverflow="overflow" vert="horz" wrap="square" lIns="91440" tIns="45720" rIns="91440" bIns="45720" numCol="1" spcCol="0" rtlCol="0" fromWordArt="0" anchor="ctr" anchorCtr="0" forceAA="0" upright="0" compatLnSpc="0">
            <a:normAutofit/>
          </a:bodyPr>
          <a:lstStyle>
            <a:lvl1pPr algn="ctr">
              <a:spcBef>
                <a:spcPts val="0"/>
              </a:spcBef>
              <a:defRPr sz="2400" b="1">
                <a:solidFill>
                  <a:schemeClr val="bg2"/>
                </a:solidFill>
              </a:defRPr>
            </a:lvl1pPr>
            <a:lvl2pPr algn="ctr">
              <a:defRPr sz="2400" b="1">
                <a:solidFill>
                  <a:schemeClr val="bg2"/>
                </a:solidFill>
              </a:defRPr>
            </a:lvl2pPr>
            <a:lvl3pPr algn="ctr">
              <a:defRPr sz="2400" b="1">
                <a:solidFill>
                  <a:schemeClr val="bg2"/>
                </a:solidFill>
              </a:defRPr>
            </a:lvl3pPr>
            <a:lvl4pPr algn="ctr">
              <a:defRPr sz="2400" b="1">
                <a:solidFill>
                  <a:schemeClr val="bg2"/>
                </a:solidFill>
              </a:defRPr>
            </a:lvl4pPr>
            <a:lvl5pPr algn="ctr">
              <a:defRPr sz="2400" b="1">
                <a:solidFill>
                  <a:schemeClr val="bg2"/>
                </a:solidFill>
              </a:defRPr>
            </a:lvl5pPr>
            <a:lvl6pPr algn="ctr">
              <a:defRPr sz="2400" b="1">
                <a:solidFill>
                  <a:schemeClr val="bg2"/>
                </a:solidFill>
              </a:defRPr>
            </a:lvl6pPr>
            <a:lvl7pPr algn="ctr">
              <a:defRPr sz="2400" b="1">
                <a:solidFill>
                  <a:schemeClr val="bg2"/>
                </a:solidFill>
              </a:defRPr>
            </a:lvl7pPr>
            <a:lvl8pPr algn="ctr">
              <a:defRPr sz="2400" b="1">
                <a:solidFill>
                  <a:schemeClr val="bg2"/>
                </a:solidFill>
              </a:defRPr>
            </a:lvl8pPr>
            <a:lvl9pPr algn="ctr">
              <a:defRPr sz="2400" b="1">
                <a:solidFill>
                  <a:schemeClr val="bg2"/>
                </a:solidFill>
              </a:defRPr>
            </a:lvl9pPr>
          </a:lstStyle>
          <a:p>
            <a:pPr marL="0" lvl="0" indent="0">
              <a:buFont typeface="Arial"/>
              <a:buNone/>
              <a:defRPr/>
            </a:pPr>
            <a:r>
              <a:rPr lang="en-US"/>
              <a:t>Click to edit Master text styles</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82883564" name="Title 1"/>
          <p:cNvSpPr>
            <a:spLocks noGrp="1"/>
          </p:cNvSpPr>
          <p:nvPr>
            <p:ph type="title"/>
          </p:nvPr>
        </p:nvSpPr>
        <p:spPr bwMode="auto">
          <a:xfrm flipH="0" flipV="0">
            <a:off x="406399" y="177798"/>
            <a:ext cx="11379198"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2"/>
                </a:solidFill>
              </a:defRPr>
            </a:lvl1pPr>
            <a:lvl2pPr>
              <a:defRPr sz="2400" b="1">
                <a:solidFill>
                  <a:schemeClr val="tx2"/>
                </a:solidFill>
              </a:defRPr>
            </a:lvl2pPr>
            <a:lvl3pPr>
              <a:defRPr sz="2400" b="1">
                <a:solidFill>
                  <a:schemeClr val="tx2"/>
                </a:solidFill>
              </a:defRPr>
            </a:lvl3pPr>
            <a:lvl4pPr>
              <a:defRPr sz="2400" b="1">
                <a:solidFill>
                  <a:schemeClr val="tx2"/>
                </a:solidFill>
              </a:defRPr>
            </a:lvl4pPr>
            <a:lvl5pPr>
              <a:defRPr sz="2400" b="1">
                <a:solidFill>
                  <a:schemeClr val="tx2"/>
                </a:solidFill>
              </a:defRPr>
            </a:lvl5pPr>
            <a:lvl6pPr>
              <a:defRPr sz="2400" b="1">
                <a:solidFill>
                  <a:schemeClr val="tx2"/>
                </a:solidFill>
              </a:defRPr>
            </a:lvl6pPr>
            <a:lvl7pPr>
              <a:defRPr sz="2400" b="1">
                <a:solidFill>
                  <a:schemeClr val="tx2"/>
                </a:solidFill>
              </a:defRPr>
            </a:lvl7pPr>
            <a:lvl8pPr>
              <a:defRPr sz="2400" b="1">
                <a:solidFill>
                  <a:schemeClr val="tx2"/>
                </a:solidFill>
              </a:defRPr>
            </a:lvl8pPr>
            <a:lvl9pPr>
              <a:defRPr sz="2400" b="1">
                <a:solidFill>
                  <a:schemeClr val="tx2"/>
                </a:solidFill>
              </a:defRPr>
            </a:lvl9pPr>
          </a:lstStyle>
          <a:p>
            <a:pPr>
              <a:defRPr/>
            </a:pPr>
            <a:r>
              <a:rPr lang="en-US"/>
              <a:t>Click to edit Master title style</a:t>
            </a:r>
            <a:endParaRPr lang="en-US"/>
          </a:p>
        </p:txBody>
      </p:sp>
      <p:cxnSp>
        <p:nvCxnSpPr>
          <p:cNvPr id="848657591" name=""/>
          <p:cNvCxnSpPr/>
          <p:nvPr/>
        </p:nvCxnSpPr>
        <p:spPr bwMode="auto">
          <a:xfrm flipH="0" flipV="0">
            <a:off x="406399" y="990599"/>
            <a:ext cx="11379198" cy="0"/>
          </a:xfrm>
          <a:prstGeom prst="line">
            <a:avLst/>
          </a:prstGeom>
          <a:ln w="190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28643655" name="Footer Placeholder 4"/>
          <p:cNvSpPr>
            <a:spLocks noGrp="1"/>
          </p:cNvSpPr>
          <p:nvPr>
            <p:ph type="ftr" sz="quarter" idx="3"/>
          </p:nvPr>
        </p:nvSpPr>
        <p:spPr bwMode="auto">
          <a:xfrm flipH="0" flipV="0">
            <a:off x="406398"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cxnSp>
        <p:nvCxnSpPr>
          <p:cNvPr id="1873895403" name=""/>
          <p:cNvCxnSpPr/>
          <p:nvPr/>
        </p:nvCxnSpPr>
        <p:spPr bwMode="auto">
          <a:xfrm flipH="0" flipV="0">
            <a:off x="8127999" y="1193799"/>
            <a:ext cx="0" cy="4876799"/>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4293928"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defRPr>
            </a:lvl1pPr>
          </a:lstStyle>
          <a:p>
            <a:pPr>
              <a:defRPr/>
            </a:pPr>
            <a:fld id="{06FD24B3-D022-1669-DC58-8CE8DA8A8835}" type="slidenum">
              <a:rPr lang="en-US"/>
              <a:t>&lt;#&gt;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346142233"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1372387337"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851437094"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sp>
        <p:nvSpPr>
          <p:cNvPr id="263018367" name="Slide Number Placeholder 5"/>
          <p:cNvSpPr>
            <a:spLocks noGrp="1"/>
          </p:cNvSpPr>
          <p:nvPr>
            <p:ph type="sldNum" sz="quarter" idx="4"/>
          </p:nvPr>
        </p:nvSpPr>
        <p:spPr bwMode="auto">
          <a:xfrm flipH="0" flipV="0">
            <a:off x="10159999" y="6273799"/>
            <a:ext cx="1625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defRPr>
            </a:lvl1pPr>
          </a:lstStyle>
          <a:p>
            <a:pPr>
              <a:defRPr/>
            </a:pPr>
            <a:fld id="{08395586-F03A-48D1-94DF-16B239DF4FB5}"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dt="0" ftr="1" hdr="0" sldNum="1"/>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15664691" name="Title"/>
          <p:cNvSpPr>
            <a:spLocks noGrp="1"/>
          </p:cNvSpPr>
          <p:nvPr>
            <p:ph type="ctrTitle"/>
          </p:nvPr>
        </p:nvSpPr>
        <p:spPr bwMode="auto"/>
        <p:txBody>
          <a:bodyPr/>
          <a:lstStyle/>
          <a:p>
            <a:pPr>
              <a:defRPr/>
            </a:pPr>
            <a:r>
              <a:rPr lang="it-IT">
                <a:solidFill>
                  <a:schemeClr val="accent2"/>
                </a:solidFill>
              </a:rPr>
              <a:t>{company_name}</a:t>
            </a:r>
            <a:endParaRPr>
              <a:solidFill>
                <a:schemeClr val="accent2"/>
              </a:solidFill>
            </a:endParaRPr>
          </a:p>
        </p:txBody>
      </p:sp>
      <p:sp>
        <p:nvSpPr>
          <p:cNvPr id="1168427195" name="Subtitle"/>
          <p:cNvSpPr>
            <a:spLocks noGrp="1"/>
          </p:cNvSpPr>
          <p:nvPr>
            <p:ph type="subTitle" idx="1"/>
          </p:nvPr>
        </p:nvSpPr>
        <p:spPr bwMode="auto"/>
        <p:txBody>
          <a:bodyPr/>
          <a:lstStyle/>
          <a:p>
            <a:pPr>
              <a:defRPr/>
            </a:pPr>
            <a:r>
              <a:rPr i="1"/>
              <a:t>Company report as of </a:t>
            </a:r>
            <a:r>
              <a:rPr lang="it-IT" i="1"/>
              <a:t>{current_date}</a:t>
            </a:r>
            <a:endParaRPr i="1"/>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7110904" name="Title 1"/>
          <p:cNvSpPr>
            <a:spLocks noGrp="1"/>
          </p:cNvSpPr>
          <p:nvPr>
            <p:ph type="title"/>
          </p:nvPr>
        </p:nvSpPr>
        <p:spPr bwMode="auto"/>
        <p:txBody>
          <a:bodyPr/>
          <a:lstStyle/>
          <a:p>
            <a:pPr>
              <a:defRPr/>
            </a:pPr>
            <a:r>
              <a:rPr lang="it-IT" sz="2400" b="1" i="0" u="none" strike="noStrike" cap="none" spc="0">
                <a:solidFill>
                  <a:schemeClr val="accent2"/>
                </a:solidFill>
                <a:latin typeface="+mj-lt"/>
                <a:ea typeface="+mj-ea"/>
                <a:cs typeface="+mj-cs"/>
              </a:rPr>
              <a:t>{company_name}</a:t>
            </a:r>
            <a:r>
              <a:rPr lang="it-IT" sz="2400" b="1" i="0" u="none" strike="noStrike" cap="none" spc="0">
                <a:solidFill>
                  <a:schemeClr val="tx2"/>
                </a:solidFill>
                <a:latin typeface="+mj-lt"/>
                <a:ea typeface="+mj-ea"/>
                <a:cs typeface="+mj-cs"/>
              </a:rPr>
              <a:t> | </a:t>
            </a:r>
            <a:r>
              <a:rPr lang="it-IT"/>
              <a:t>Company overview</a:t>
            </a:r>
            <a:endParaRPr/>
          </a:p>
        </p:txBody>
      </p:sp>
      <p:sp>
        <p:nvSpPr>
          <p:cNvPr id="131066751"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 Mistral</a:t>
            </a:r>
            <a:endParaRPr lang="it-IT"/>
          </a:p>
        </p:txBody>
      </p:sp>
      <p:sp>
        <p:nvSpPr>
          <p:cNvPr id="531998493" name="Slide Number Placeholder 5"/>
          <p:cNvSpPr>
            <a:spLocks noGrp="1"/>
          </p:cNvSpPr>
          <p:nvPr>
            <p:ph type="sldNum" sz="quarter" idx="4"/>
          </p:nvPr>
        </p:nvSpPr>
        <p:spPr bwMode="auto">
          <a:prstGeom prst="rect">
            <a:avLst/>
          </a:prstGeom>
        </p:spPr>
        <p:txBody>
          <a:bodyPr/>
          <a:lstStyle/>
          <a:p>
            <a:pPr>
              <a:defRPr/>
            </a:pPr>
            <a:fld id="{A170F022-B519-FB71-528A-C27255DF51EF}" type="slidenum">
              <a:rPr lang="en-US"/>
              <a:t>&lt;#&gt;</a:t>
            </a:fld>
            <a:endParaRPr lang="en-US"/>
          </a:p>
        </p:txBody>
      </p:sp>
      <p:cxnSp>
        <p:nvCxnSpPr>
          <p:cNvPr id="283897616" name=""/>
          <p:cNvCxnSpPr/>
          <p:nvPr/>
        </p:nvCxnSpPr>
        <p:spPr bwMode="auto">
          <a:xfrm flipH="0" flipV="0">
            <a:off x="4876799" y="1803399"/>
            <a:ext cx="69087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65619248" name=""/>
          <p:cNvCxnSpPr/>
          <p:nvPr/>
        </p:nvCxnSpPr>
        <p:spPr bwMode="auto">
          <a:xfrm flipH="0" flipV="0">
            <a:off x="406399" y="1803075"/>
            <a:ext cx="4063999" cy="32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46266591" name=""/>
          <p:cNvSpPr txBox="1"/>
          <p:nvPr/>
        </p:nvSpPr>
        <p:spPr bwMode="auto">
          <a:xfrm rot="0" flipH="0" flipV="0">
            <a:off x="4876799" y="1396999"/>
            <a:ext cx="69087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2"/>
                </a:solidFill>
              </a:rPr>
              <a:t>Description</a:t>
            </a:r>
            <a:endParaRPr b="1">
              <a:solidFill>
                <a:schemeClr val="tx2"/>
              </a:solidFill>
            </a:endParaRPr>
          </a:p>
        </p:txBody>
      </p:sp>
      <p:sp>
        <p:nvSpPr>
          <p:cNvPr id="1710063367" name=""/>
          <p:cNvSpPr txBox="1"/>
          <p:nvPr/>
        </p:nvSpPr>
        <p:spPr bwMode="auto">
          <a:xfrm rot="0" flipH="0" flipV="0">
            <a:off x="406399" y="1396998"/>
            <a:ext cx="4063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2"/>
                </a:solidFill>
              </a:rPr>
              <a:t>Key data</a:t>
            </a:r>
            <a:endParaRPr b="1">
              <a:solidFill>
                <a:schemeClr val="tx2"/>
              </a:solidFill>
            </a:endParaRPr>
          </a:p>
        </p:txBody>
      </p:sp>
      <p:sp>
        <p:nvSpPr>
          <p:cNvPr id="1471135242" name="description"/>
          <p:cNvSpPr txBox="1"/>
          <p:nvPr/>
        </p:nvSpPr>
        <p:spPr bwMode="auto">
          <a:xfrm rot="0" flipH="0" flipV="0">
            <a:off x="4876798" y="2006598"/>
            <a:ext cx="6908798" cy="1828800"/>
          </a:xfrm>
          <a:prstGeom prst="rect">
            <a:avLst/>
          </a:prstGeom>
          <a:noFill/>
        </p:spPr>
        <p:txBody>
          <a:bodyPr vertOverflow="overflow" horzOverflow="overflow" vert="horz" wrap="square" lIns="91440" tIns="45720" rIns="91440" bIns="45720" numCol="1" spcCol="0" rtlCol="0" fromWordArt="0" anchor="t" anchorCtr="0" forceAA="0" upright="0" compatLnSpc="0">
            <a:noAutofit/>
          </a:bodyPr>
          <a:p>
            <a:pPr algn="just">
              <a:defRPr/>
            </a:pPr>
            <a:r>
              <a:rPr lang="en-US" sz="1600" b="0" i="0" u="none" strike="noStrike" cap="none" spc="0">
                <a:solidFill>
                  <a:schemeClr val="tx2"/>
                </a:solidFill>
                <a:latin typeface="Arial"/>
                <a:ea typeface="Arial"/>
                <a:cs typeface="Arial"/>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 Fusce condimentum quam ante, eu pellentesque eros finibus et. Cras ultricies fringilla tincidunt. </a:t>
            </a:r>
            <a:endParaRPr sz="1600">
              <a:solidFill>
                <a:schemeClr val="tx2"/>
              </a:solidFill>
            </a:endParaRPr>
          </a:p>
        </p:txBody>
      </p:sp>
      <p:cxnSp>
        <p:nvCxnSpPr>
          <p:cNvPr id="1335828247" name=""/>
          <p:cNvCxnSpPr/>
          <p:nvPr/>
        </p:nvCxnSpPr>
        <p:spPr bwMode="auto">
          <a:xfrm flipH="0" flipV="0">
            <a:off x="4876798" y="5257800"/>
            <a:ext cx="14223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59252366" name="ltm_revenue"/>
          <p:cNvSpPr txBox="1"/>
          <p:nvPr/>
        </p:nvSpPr>
        <p:spPr bwMode="auto">
          <a:xfrm rot="0" flipH="0" flipV="0">
            <a:off x="4876798" y="4648197"/>
            <a:ext cx="1422399" cy="6095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2"/>
                </a:solidFill>
              </a:rPr>
              <a:t>XX.XB</a:t>
            </a:r>
            <a:endParaRPr sz="2400" b="1">
              <a:solidFill>
                <a:schemeClr val="accent2"/>
              </a:solidFill>
            </a:endParaRPr>
          </a:p>
        </p:txBody>
      </p:sp>
      <p:sp>
        <p:nvSpPr>
          <p:cNvPr id="1113813532" name=""/>
          <p:cNvSpPr/>
          <p:nvPr/>
        </p:nvSpPr>
        <p:spPr bwMode="auto">
          <a:xfrm rot="0" flipH="0" flipV="0">
            <a:off x="406399" y="2006599"/>
            <a:ext cx="1625598" cy="4063999"/>
          </a:xfrm>
          <a:prstGeom prst="rect">
            <a:avLst/>
          </a:prstGeom>
          <a:solidFill>
            <a:schemeClr val="tx2"/>
          </a:solidFill>
          <a:ln w="19050" cap="flat" cmpd="sng" algn="ctr">
            <a:solidFill>
              <a:schemeClr val="accent1">
                <a:lumMod val="50196"/>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p>
        </p:txBody>
      </p:sp>
      <p:cxnSp>
        <p:nvCxnSpPr>
          <p:cNvPr id="705532522" name=""/>
          <p:cNvCxnSpPr/>
          <p:nvPr/>
        </p:nvCxnSpPr>
        <p:spPr bwMode="auto">
          <a:xfrm flipH="0" flipV="0">
            <a:off x="2235198" y="3429000"/>
            <a:ext cx="2031998" cy="292"/>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51659448" name=""/>
          <p:cNvCxnSpPr/>
          <p:nvPr/>
        </p:nvCxnSpPr>
        <p:spPr bwMode="auto">
          <a:xfrm flipH="0" flipV="0">
            <a:off x="2235198" y="3835398"/>
            <a:ext cx="2031998" cy="292"/>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580349456" name=""/>
          <p:cNvCxnSpPr/>
          <p:nvPr/>
        </p:nvCxnSpPr>
        <p:spPr bwMode="auto">
          <a:xfrm flipH="0" flipV="0">
            <a:off x="2235198" y="4241799"/>
            <a:ext cx="2031998" cy="292"/>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40031810" name=""/>
          <p:cNvCxnSpPr/>
          <p:nvPr/>
        </p:nvCxnSpPr>
        <p:spPr bwMode="auto">
          <a:xfrm flipH="0" flipV="0">
            <a:off x="2235198" y="4648199"/>
            <a:ext cx="2031998" cy="292"/>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89792321" name=""/>
          <p:cNvCxnSpPr/>
          <p:nvPr/>
        </p:nvCxnSpPr>
        <p:spPr bwMode="auto">
          <a:xfrm flipH="0" flipV="0">
            <a:off x="2235198" y="5054600"/>
            <a:ext cx="2031998" cy="292"/>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02085939" name="symbol"/>
          <p:cNvSpPr txBox="1"/>
          <p:nvPr/>
        </p:nvSpPr>
        <p:spPr bwMode="auto">
          <a:xfrm rot="0" flipH="0" flipV="0">
            <a:off x="2235199" y="2616199"/>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{ticker}</a:t>
            </a:r>
            <a:endParaRPr sz="1400" b="0">
              <a:solidFill>
                <a:schemeClr val="tx2"/>
              </a:solidFill>
            </a:endParaRPr>
          </a:p>
        </p:txBody>
      </p:sp>
      <p:sp>
        <p:nvSpPr>
          <p:cNvPr id="1667561542" name="sector"/>
          <p:cNvSpPr txBox="1"/>
          <p:nvPr/>
        </p:nvSpPr>
        <p:spPr bwMode="auto">
          <a:xfrm rot="0" flipH="0" flipV="0">
            <a:off x="2235199" y="3022599"/>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{sector}</a:t>
            </a:r>
            <a:endParaRPr sz="1400" b="0">
              <a:solidFill>
                <a:schemeClr val="tx2"/>
              </a:solidFill>
            </a:endParaRPr>
          </a:p>
        </p:txBody>
      </p:sp>
      <p:sp>
        <p:nvSpPr>
          <p:cNvPr id="670506788" name="market_cap"/>
          <p:cNvSpPr txBox="1"/>
          <p:nvPr/>
        </p:nvSpPr>
        <p:spPr bwMode="auto">
          <a:xfrm rot="0" flipH="0" flipV="0">
            <a:off x="2235199" y="3835399"/>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{market_cap}</a:t>
            </a:r>
            <a:endParaRPr sz="1400" b="0">
              <a:solidFill>
                <a:schemeClr val="tx2"/>
              </a:solidFill>
            </a:endParaRPr>
          </a:p>
        </p:txBody>
      </p:sp>
      <p:sp>
        <p:nvSpPr>
          <p:cNvPr id="984109601" name="earnings"/>
          <p:cNvSpPr txBox="1"/>
          <p:nvPr/>
        </p:nvSpPr>
        <p:spPr bwMode="auto">
          <a:xfrm rot="0" flipH="0" flipV="0">
            <a:off x="2235198" y="4648199"/>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{share_earnings}</a:t>
            </a:r>
            <a:endParaRPr sz="1400" b="0">
              <a:solidFill>
                <a:schemeClr val="tx2"/>
              </a:solidFill>
            </a:endParaRPr>
          </a:p>
        </p:txBody>
      </p:sp>
      <p:sp>
        <p:nvSpPr>
          <p:cNvPr id="381422790" name="stock_price"/>
          <p:cNvSpPr txBox="1"/>
          <p:nvPr/>
        </p:nvSpPr>
        <p:spPr bwMode="auto">
          <a:xfrm rot="0" flipH="0" flipV="0">
            <a:off x="2235198" y="4241799"/>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{share_price}</a:t>
            </a:r>
            <a:endParaRPr sz="1400" b="0">
              <a:solidFill>
                <a:schemeClr val="tx2"/>
              </a:solidFill>
            </a:endParaRPr>
          </a:p>
        </p:txBody>
      </p:sp>
      <p:sp>
        <p:nvSpPr>
          <p:cNvPr id="443073087" name="analyst_rating"/>
          <p:cNvSpPr txBox="1"/>
          <p:nvPr/>
        </p:nvSpPr>
        <p:spPr bwMode="auto">
          <a:xfrm rot="0" flipH="0" flipV="0">
            <a:off x="2235199" y="5054599"/>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{analyst_rating}</a:t>
            </a:r>
            <a:endParaRPr sz="1400" b="0">
              <a:solidFill>
                <a:schemeClr val="tx2"/>
              </a:solidFill>
            </a:endParaRPr>
          </a:p>
        </p:txBody>
      </p:sp>
      <p:sp>
        <p:nvSpPr>
          <p:cNvPr id="1304673865" name="industry"/>
          <p:cNvSpPr txBox="1"/>
          <p:nvPr/>
        </p:nvSpPr>
        <p:spPr bwMode="auto">
          <a:xfrm rot="0" flipH="0" flipV="0">
            <a:off x="2235199" y="3429000"/>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{industry}</a:t>
            </a:r>
            <a:endParaRPr sz="1400" b="0">
              <a:solidFill>
                <a:schemeClr val="tx2"/>
              </a:solidFill>
            </a:endParaRPr>
          </a:p>
        </p:txBody>
      </p:sp>
      <p:cxnSp>
        <p:nvCxnSpPr>
          <p:cNvPr id="1166320438" name=""/>
          <p:cNvCxnSpPr/>
          <p:nvPr/>
        </p:nvCxnSpPr>
        <p:spPr bwMode="auto">
          <a:xfrm flipH="0" flipV="0">
            <a:off x="2235198" y="3022599"/>
            <a:ext cx="2031998"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28654871" name=""/>
          <p:cNvCxnSpPr/>
          <p:nvPr/>
        </p:nvCxnSpPr>
        <p:spPr bwMode="auto">
          <a:xfrm flipH="0" flipV="0">
            <a:off x="2235198" y="2616199"/>
            <a:ext cx="2031998"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79186506" name="name"/>
          <p:cNvSpPr txBox="1"/>
          <p:nvPr/>
        </p:nvSpPr>
        <p:spPr bwMode="auto">
          <a:xfrm rot="0" flipH="0" flipV="0">
            <a:off x="2235199" y="2209799"/>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{name}</a:t>
            </a:r>
            <a:endParaRPr sz="1400" b="1">
              <a:solidFill>
                <a:schemeClr val="tx2"/>
              </a:solidFill>
            </a:endParaRPr>
          </a:p>
        </p:txBody>
      </p:sp>
      <p:cxnSp>
        <p:nvCxnSpPr>
          <p:cNvPr id="642315237" name=""/>
          <p:cNvCxnSpPr/>
          <p:nvPr/>
        </p:nvCxnSpPr>
        <p:spPr bwMode="auto">
          <a:xfrm rot="0" flipH="0" flipV="0">
            <a:off x="609598" y="3022958"/>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03893722" name=""/>
          <p:cNvSpPr txBox="1"/>
          <p:nvPr/>
        </p:nvSpPr>
        <p:spPr bwMode="auto">
          <a:xfrm rot="0" flipH="0" flipV="0">
            <a:off x="406399" y="2616198"/>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Symbol</a:t>
            </a:r>
            <a:endParaRPr sz="1400" b="1">
              <a:solidFill>
                <a:schemeClr val="bg2"/>
              </a:solidFill>
            </a:endParaRPr>
          </a:p>
        </p:txBody>
      </p:sp>
      <p:sp>
        <p:nvSpPr>
          <p:cNvPr id="1781834270" name=""/>
          <p:cNvSpPr txBox="1"/>
          <p:nvPr/>
        </p:nvSpPr>
        <p:spPr bwMode="auto">
          <a:xfrm rot="0" flipH="0" flipV="0">
            <a:off x="406399" y="3022598"/>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Sector</a:t>
            </a:r>
            <a:endParaRPr sz="1400" b="1">
              <a:solidFill>
                <a:schemeClr val="bg2"/>
              </a:solidFill>
            </a:endParaRPr>
          </a:p>
        </p:txBody>
      </p:sp>
      <p:sp>
        <p:nvSpPr>
          <p:cNvPr id="199038597" name=""/>
          <p:cNvSpPr txBox="1"/>
          <p:nvPr/>
        </p:nvSpPr>
        <p:spPr bwMode="auto">
          <a:xfrm rot="0" flipH="0" flipV="0">
            <a:off x="406399" y="3835398"/>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Market cap</a:t>
            </a:r>
            <a:endParaRPr sz="1400" b="1">
              <a:solidFill>
                <a:schemeClr val="bg2"/>
              </a:solidFill>
            </a:endParaRPr>
          </a:p>
        </p:txBody>
      </p:sp>
      <p:sp>
        <p:nvSpPr>
          <p:cNvPr id="2071912975" name=""/>
          <p:cNvSpPr txBox="1"/>
          <p:nvPr/>
        </p:nvSpPr>
        <p:spPr bwMode="auto">
          <a:xfrm rot="0" flipH="0" flipV="0">
            <a:off x="406398" y="46481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Share earnings</a:t>
            </a:r>
            <a:endParaRPr sz="1400" b="1">
              <a:solidFill>
                <a:schemeClr val="bg2"/>
              </a:solidFill>
            </a:endParaRPr>
          </a:p>
        </p:txBody>
      </p:sp>
      <p:sp>
        <p:nvSpPr>
          <p:cNvPr id="517513600" name=""/>
          <p:cNvSpPr txBox="1"/>
          <p:nvPr/>
        </p:nvSpPr>
        <p:spPr bwMode="auto">
          <a:xfrm rot="0" flipH="0" flipV="0">
            <a:off x="406398" y="4241841"/>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Share price</a:t>
            </a:r>
            <a:endParaRPr sz="1400" b="1">
              <a:solidFill>
                <a:schemeClr val="bg2"/>
              </a:solidFill>
            </a:endParaRPr>
          </a:p>
        </p:txBody>
      </p:sp>
      <p:sp>
        <p:nvSpPr>
          <p:cNvPr id="1068242799" name=""/>
          <p:cNvSpPr txBox="1"/>
          <p:nvPr/>
        </p:nvSpPr>
        <p:spPr bwMode="auto">
          <a:xfrm rot="0" flipH="0" flipV="0">
            <a:off x="406399" y="5054597"/>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Analyst rating</a:t>
            </a:r>
            <a:endParaRPr sz="1400" b="1">
              <a:solidFill>
                <a:schemeClr val="bg2"/>
              </a:solidFill>
            </a:endParaRPr>
          </a:p>
        </p:txBody>
      </p:sp>
      <p:sp>
        <p:nvSpPr>
          <p:cNvPr id="454257211" name=""/>
          <p:cNvSpPr txBox="1"/>
          <p:nvPr/>
        </p:nvSpPr>
        <p:spPr bwMode="auto">
          <a:xfrm rot="0" flipH="0" flipV="0">
            <a:off x="406399" y="3429040"/>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Industry</a:t>
            </a:r>
            <a:endParaRPr sz="1400" b="1">
              <a:solidFill>
                <a:schemeClr val="bg2"/>
              </a:solidFill>
            </a:endParaRPr>
          </a:p>
        </p:txBody>
      </p:sp>
      <p:cxnSp>
        <p:nvCxnSpPr>
          <p:cNvPr id="1145167389" name=""/>
          <p:cNvCxnSpPr/>
          <p:nvPr/>
        </p:nvCxnSpPr>
        <p:spPr bwMode="auto">
          <a:xfrm rot="0" flipH="0" flipV="0">
            <a:off x="609598" y="3429293"/>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54739192" name=""/>
          <p:cNvCxnSpPr/>
          <p:nvPr/>
        </p:nvCxnSpPr>
        <p:spPr bwMode="auto">
          <a:xfrm rot="0" flipH="0" flipV="0">
            <a:off x="609598" y="3835692"/>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97740089" name=""/>
          <p:cNvCxnSpPr/>
          <p:nvPr/>
        </p:nvCxnSpPr>
        <p:spPr bwMode="auto">
          <a:xfrm rot="0" flipH="0" flipV="0">
            <a:off x="609598" y="4242093"/>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10376519" name=""/>
          <p:cNvCxnSpPr/>
          <p:nvPr/>
        </p:nvCxnSpPr>
        <p:spPr bwMode="auto">
          <a:xfrm rot="0" flipH="0" flipV="0">
            <a:off x="609598" y="4648493"/>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579037390" name=""/>
          <p:cNvCxnSpPr/>
          <p:nvPr/>
        </p:nvCxnSpPr>
        <p:spPr bwMode="auto">
          <a:xfrm rot="0" flipH="0" flipV="0">
            <a:off x="609598" y="5054893"/>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30113483" name=""/>
          <p:cNvCxnSpPr/>
          <p:nvPr/>
        </p:nvCxnSpPr>
        <p:spPr bwMode="auto">
          <a:xfrm rot="0" flipH="0" flipV="0">
            <a:off x="609598" y="2616557"/>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02980569" name=""/>
          <p:cNvSpPr txBox="1"/>
          <p:nvPr/>
        </p:nvSpPr>
        <p:spPr bwMode="auto">
          <a:xfrm rot="0" flipH="0" flipV="0">
            <a:off x="406399" y="22097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Name</a:t>
            </a:r>
            <a:endParaRPr sz="1400" b="1">
              <a:solidFill>
                <a:schemeClr val="bg2"/>
              </a:solidFill>
            </a:endParaRPr>
          </a:p>
        </p:txBody>
      </p:sp>
      <p:sp>
        <p:nvSpPr>
          <p:cNvPr id="1039575056" name=""/>
          <p:cNvSpPr/>
          <p:nvPr/>
        </p:nvSpPr>
        <p:spPr bwMode="auto">
          <a:xfrm rot="0" flipH="0" flipV="0">
            <a:off x="2031999" y="2006599"/>
            <a:ext cx="2438399" cy="4063999"/>
          </a:xfrm>
          <a:prstGeom prst="rect">
            <a:avLst/>
          </a:prstGeom>
          <a:noFill/>
          <a:ln w="1905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1654250155" name=""/>
          <p:cNvSpPr txBox="1"/>
          <p:nvPr/>
        </p:nvSpPr>
        <p:spPr bwMode="auto">
          <a:xfrm rot="0" flipH="0" flipV="0">
            <a:off x="4876798" y="5257800"/>
            <a:ext cx="1422399"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LTM Revenue</a:t>
            </a:r>
            <a:endParaRPr sz="1400" b="1">
              <a:solidFill>
                <a:schemeClr val="tx2"/>
              </a:solidFill>
            </a:endParaRPr>
          </a:p>
        </p:txBody>
      </p:sp>
      <p:cxnSp>
        <p:nvCxnSpPr>
          <p:cNvPr id="1301993114" name=""/>
          <p:cNvCxnSpPr/>
          <p:nvPr/>
        </p:nvCxnSpPr>
        <p:spPr bwMode="auto">
          <a:xfrm flipH="0" flipV="0">
            <a:off x="6705598" y="5257800"/>
            <a:ext cx="14223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33843586" name="revenue_growth"/>
          <p:cNvSpPr txBox="1"/>
          <p:nvPr/>
        </p:nvSpPr>
        <p:spPr bwMode="auto">
          <a:xfrm rot="0" flipH="0" flipV="0">
            <a:off x="6705598" y="4648197"/>
            <a:ext cx="1422399" cy="6095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2"/>
                </a:solidFill>
              </a:rPr>
              <a:t>XX.X%</a:t>
            </a:r>
            <a:endParaRPr sz="2400" b="1">
              <a:solidFill>
                <a:schemeClr val="accent2"/>
              </a:solidFill>
            </a:endParaRPr>
          </a:p>
        </p:txBody>
      </p:sp>
      <p:sp>
        <p:nvSpPr>
          <p:cNvPr id="1665607917" name=""/>
          <p:cNvSpPr txBox="1"/>
          <p:nvPr/>
        </p:nvSpPr>
        <p:spPr bwMode="auto">
          <a:xfrm rot="0" flipH="0" flipV="0">
            <a:off x="6705598" y="5257800"/>
            <a:ext cx="1422399"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Revenue growth</a:t>
            </a:r>
            <a:endParaRPr sz="1400" b="1">
              <a:solidFill>
                <a:schemeClr val="tx2"/>
              </a:solidFill>
            </a:endParaRPr>
          </a:p>
        </p:txBody>
      </p:sp>
      <p:cxnSp>
        <p:nvCxnSpPr>
          <p:cNvPr id="263357297" name=""/>
          <p:cNvCxnSpPr/>
          <p:nvPr/>
        </p:nvCxnSpPr>
        <p:spPr bwMode="auto">
          <a:xfrm flipH="0" flipV="0">
            <a:off x="8534398" y="5257800"/>
            <a:ext cx="14223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28881680" name="ltm_ebitda"/>
          <p:cNvSpPr txBox="1"/>
          <p:nvPr/>
        </p:nvSpPr>
        <p:spPr bwMode="auto">
          <a:xfrm rot="0" flipH="0" flipV="0">
            <a:off x="8534399" y="4648199"/>
            <a:ext cx="1422399" cy="6095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2"/>
                </a:solidFill>
              </a:rPr>
              <a:t>XX.XB</a:t>
            </a:r>
            <a:endParaRPr sz="2400" b="1">
              <a:solidFill>
                <a:schemeClr val="accent2"/>
              </a:solidFill>
            </a:endParaRPr>
          </a:p>
        </p:txBody>
      </p:sp>
      <p:sp>
        <p:nvSpPr>
          <p:cNvPr id="1151377064" name=""/>
          <p:cNvSpPr txBox="1"/>
          <p:nvPr/>
        </p:nvSpPr>
        <p:spPr bwMode="auto">
          <a:xfrm rot="0" flipH="0" flipV="0">
            <a:off x="8534398" y="5257800"/>
            <a:ext cx="1422399"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LTM EBITDA</a:t>
            </a:r>
            <a:endParaRPr sz="1400" b="1">
              <a:solidFill>
                <a:schemeClr val="tx2"/>
              </a:solidFill>
            </a:endParaRPr>
          </a:p>
        </p:txBody>
      </p:sp>
      <p:cxnSp>
        <p:nvCxnSpPr>
          <p:cNvPr id="235541332" name=""/>
          <p:cNvCxnSpPr/>
          <p:nvPr/>
        </p:nvCxnSpPr>
        <p:spPr bwMode="auto">
          <a:xfrm flipH="0" flipV="0">
            <a:off x="10363198" y="5257800"/>
            <a:ext cx="14223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66572158" name="ebitda_margin"/>
          <p:cNvSpPr txBox="1"/>
          <p:nvPr/>
        </p:nvSpPr>
        <p:spPr bwMode="auto">
          <a:xfrm rot="0" flipH="0" flipV="0">
            <a:off x="10363198" y="4648197"/>
            <a:ext cx="1422399" cy="6095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2"/>
                </a:solidFill>
              </a:rPr>
              <a:t>XX.X%</a:t>
            </a:r>
            <a:endParaRPr sz="2400" b="1">
              <a:solidFill>
                <a:schemeClr val="accent2"/>
              </a:solidFill>
            </a:endParaRPr>
          </a:p>
        </p:txBody>
      </p:sp>
      <p:sp>
        <p:nvSpPr>
          <p:cNvPr id="1348122927" name=""/>
          <p:cNvSpPr txBox="1"/>
          <p:nvPr/>
        </p:nvSpPr>
        <p:spPr bwMode="auto">
          <a:xfrm rot="0" flipH="0" flipV="0">
            <a:off x="10363198" y="5257800"/>
            <a:ext cx="1422399"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EBITDA margin</a:t>
            </a:r>
            <a:endParaRPr sz="1400" b="1">
              <a:solidFill>
                <a:schemeClr val="tx2"/>
              </a:solidFill>
            </a:endParaRPr>
          </a:p>
        </p:txBody>
      </p:sp>
      <p:sp>
        <p:nvSpPr>
          <p:cNvPr id="15882815" name=""/>
          <p:cNvSpPr txBox="1"/>
          <p:nvPr/>
        </p:nvSpPr>
        <p:spPr bwMode="auto">
          <a:xfrm rot="0" flipH="0" flipV="0">
            <a:off x="4876798" y="4038598"/>
            <a:ext cx="6908799" cy="406398"/>
          </a:xfrm>
          <a:prstGeom prst="rect">
            <a:avLst/>
          </a:prstGeom>
          <a:solidFill>
            <a:schemeClr val="tx2"/>
          </a:solid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bg2"/>
                </a:solidFill>
              </a:rPr>
              <a:t>Latest financials</a:t>
            </a:r>
            <a:endParaRPr b="1">
              <a:solidFill>
                <a:schemeClr val="bg2"/>
              </a:solidFill>
            </a:endParaRPr>
          </a:p>
        </p:txBody>
      </p:sp>
      <p:sp>
        <p:nvSpPr>
          <p:cNvPr id="1102133196" name=""/>
          <p:cNvSpPr txBox="1"/>
          <p:nvPr/>
        </p:nvSpPr>
        <p:spPr bwMode="auto">
          <a:xfrm rot="0" flipH="0" flipV="0">
            <a:off x="406399" y="5460997"/>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Share beta</a:t>
            </a:r>
            <a:endParaRPr sz="1400" b="1">
              <a:solidFill>
                <a:schemeClr val="bg2"/>
              </a:solidFill>
            </a:endParaRPr>
          </a:p>
        </p:txBody>
      </p:sp>
      <p:sp>
        <p:nvSpPr>
          <p:cNvPr id="1674800406" name="beta"/>
          <p:cNvSpPr txBox="1"/>
          <p:nvPr/>
        </p:nvSpPr>
        <p:spPr bwMode="auto">
          <a:xfrm rot="0" flipH="0" flipV="0">
            <a:off x="2235199" y="5460999"/>
            <a:ext cx="20319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{share_beta}</a:t>
            </a:r>
            <a:endParaRPr sz="1400" b="0">
              <a:solidFill>
                <a:schemeClr val="tx2"/>
              </a:solidFill>
            </a:endParaRPr>
          </a:p>
        </p:txBody>
      </p:sp>
      <p:cxnSp>
        <p:nvCxnSpPr>
          <p:cNvPr id="1730411859" name=""/>
          <p:cNvCxnSpPr/>
          <p:nvPr/>
        </p:nvCxnSpPr>
        <p:spPr bwMode="auto">
          <a:xfrm rot="0" flipH="0" flipV="0">
            <a:off x="609598" y="5460996"/>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16724550" name=""/>
          <p:cNvCxnSpPr/>
          <p:nvPr/>
        </p:nvCxnSpPr>
        <p:spPr bwMode="auto">
          <a:xfrm rot="0" flipH="0" flipV="0">
            <a:off x="2235199" y="5460596"/>
            <a:ext cx="2031999" cy="399"/>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87154334" name=""/>
          <p:cNvSpPr/>
          <p:nvPr/>
        </p:nvSpPr>
        <p:spPr bwMode="auto">
          <a:xfrm rot="0" flipH="0" flipV="0">
            <a:off x="10159999" y="2209799"/>
            <a:ext cx="1625599" cy="3657600"/>
          </a:xfrm>
          <a:prstGeom prst="rect">
            <a:avLst/>
          </a:prstGeom>
          <a:noFill/>
          <a:ln w="1905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38958326" name="Title 1"/>
          <p:cNvSpPr>
            <a:spLocks noGrp="1"/>
          </p:cNvSpPr>
          <p:nvPr>
            <p:ph type="title"/>
          </p:nvPr>
        </p:nvSpPr>
        <p:spPr bwMode="auto"/>
        <p:txBody>
          <a:bodyPr/>
          <a:lstStyle/>
          <a:p>
            <a:pPr>
              <a:defRPr/>
            </a:pPr>
            <a:r>
              <a:rPr lang="it-IT" sz="2400" b="1" i="0" u="none" strike="noStrike" cap="none" spc="0">
                <a:solidFill>
                  <a:schemeClr val="accent2"/>
                </a:solidFill>
                <a:latin typeface="Arial"/>
                <a:ea typeface="Arial"/>
                <a:cs typeface="Arial"/>
              </a:rPr>
              <a:t>{company_name}</a:t>
            </a:r>
            <a:r>
              <a:rPr lang="it-IT" sz="2400" b="1" i="0" u="none" strike="noStrike" cap="none" spc="0">
                <a:solidFill>
                  <a:schemeClr val="tx2"/>
                </a:solidFill>
                <a:latin typeface="Arial"/>
                <a:ea typeface="Arial"/>
                <a:cs typeface="Arial"/>
              </a:rPr>
              <a:t> </a:t>
            </a:r>
            <a:r>
              <a:rPr lang="it-IT"/>
              <a:t>| Historical trading price</a:t>
            </a:r>
            <a:endParaRPr/>
          </a:p>
        </p:txBody>
      </p:sp>
      <p:sp>
        <p:nvSpPr>
          <p:cNvPr id="7965927"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a:t>
            </a:r>
            <a:endParaRPr lang="it-IT"/>
          </a:p>
        </p:txBody>
      </p:sp>
      <p:sp>
        <p:nvSpPr>
          <p:cNvPr id="97070708" name="Slide Number Placeholder 5"/>
          <p:cNvSpPr>
            <a:spLocks noGrp="1"/>
          </p:cNvSpPr>
          <p:nvPr>
            <p:ph type="sldNum" sz="quarter" idx="4"/>
          </p:nvPr>
        </p:nvSpPr>
        <p:spPr bwMode="auto">
          <a:prstGeom prst="rect">
            <a:avLst/>
          </a:prstGeom>
        </p:spPr>
        <p:txBody>
          <a:bodyPr/>
          <a:lstStyle/>
          <a:p>
            <a:pPr>
              <a:defRPr/>
            </a:pPr>
            <a:fld id="{60174F69-8CA3-599D-BB30-EC0F6EAAB2E2}" type="slidenum">
              <a:rPr lang="en-US"/>
              <a:t>2</a:t>
            </a:fld>
            <a:endParaRPr lang="en-US"/>
          </a:p>
        </p:txBody>
      </p:sp>
      <p:cxnSp>
        <p:nvCxnSpPr>
          <p:cNvPr id="1883026303" name=""/>
          <p:cNvCxnSpPr/>
          <p:nvPr/>
        </p:nvCxnSpPr>
        <p:spPr bwMode="auto">
          <a:xfrm flipH="0" flipV="0">
            <a:off x="406399" y="1803399"/>
            <a:ext cx="77215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90595246" name=""/>
          <p:cNvCxnSpPr/>
          <p:nvPr/>
        </p:nvCxnSpPr>
        <p:spPr bwMode="auto">
          <a:xfrm flipH="0" flipV="0">
            <a:off x="8534399" y="1803077"/>
            <a:ext cx="3251197" cy="321"/>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8805837" name=""/>
          <p:cNvSpPr txBox="1"/>
          <p:nvPr/>
        </p:nvSpPr>
        <p:spPr bwMode="auto">
          <a:xfrm rot="0" flipH="0" flipV="0">
            <a:off x="406399" y="1396999"/>
            <a:ext cx="7721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2"/>
                </a:solidFill>
              </a:rPr>
              <a:t>Last 6 months trading price</a:t>
            </a:r>
            <a:endParaRPr b="1">
              <a:solidFill>
                <a:schemeClr val="tx2"/>
              </a:solidFill>
            </a:endParaRPr>
          </a:p>
        </p:txBody>
      </p:sp>
      <p:sp>
        <p:nvSpPr>
          <p:cNvPr id="1889527810" name=""/>
          <p:cNvSpPr txBox="1"/>
          <p:nvPr/>
        </p:nvSpPr>
        <p:spPr bwMode="auto">
          <a:xfrm rot="0" flipH="0" flipV="0">
            <a:off x="8534399" y="1396999"/>
            <a:ext cx="3251197"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2"/>
                </a:solidFill>
              </a:rPr>
              <a:t>Price statistics</a:t>
            </a:r>
            <a:endParaRPr b="1">
              <a:solidFill>
                <a:schemeClr val="tx2"/>
              </a:solidFill>
            </a:endParaRPr>
          </a:p>
        </p:txBody>
      </p:sp>
      <p:sp>
        <p:nvSpPr>
          <p:cNvPr id="1740258424" name=""/>
          <p:cNvSpPr/>
          <p:nvPr/>
        </p:nvSpPr>
        <p:spPr bwMode="auto">
          <a:xfrm rot="0" flipH="0" flipV="0">
            <a:off x="8534399" y="2209799"/>
            <a:ext cx="1625599" cy="3657600"/>
          </a:xfrm>
          <a:prstGeom prst="rect">
            <a:avLst/>
          </a:prstGeom>
          <a:solidFill>
            <a:schemeClr val="tx2"/>
          </a:solidFill>
          <a:ln w="19050" cap="flat" cmpd="sng" algn="ctr">
            <a:solidFill>
              <a:schemeClr val="accent1">
                <a:lumMod val="50196"/>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p>
        </p:txBody>
      </p:sp>
      <p:cxnSp>
        <p:nvCxnSpPr>
          <p:cNvPr id="1561001197" name=""/>
          <p:cNvCxnSpPr/>
          <p:nvPr/>
        </p:nvCxnSpPr>
        <p:spPr bwMode="auto">
          <a:xfrm flipH="0" flipV="0">
            <a:off x="10363197" y="3835401"/>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45240486" name=""/>
          <p:cNvCxnSpPr/>
          <p:nvPr/>
        </p:nvCxnSpPr>
        <p:spPr bwMode="auto">
          <a:xfrm flipH="0" flipV="0">
            <a:off x="10363197" y="4241800"/>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619026643" name=""/>
          <p:cNvCxnSpPr/>
          <p:nvPr/>
        </p:nvCxnSpPr>
        <p:spPr bwMode="auto">
          <a:xfrm flipH="0" flipV="0">
            <a:off x="10363197" y="4648201"/>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00591909" name=""/>
          <p:cNvCxnSpPr/>
          <p:nvPr/>
        </p:nvCxnSpPr>
        <p:spPr bwMode="auto">
          <a:xfrm flipH="0" flipV="0">
            <a:off x="10363197" y="5054601"/>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630299291" name=""/>
          <p:cNvCxnSpPr/>
          <p:nvPr/>
        </p:nvCxnSpPr>
        <p:spPr bwMode="auto">
          <a:xfrm flipH="0" flipV="0">
            <a:off x="10363197" y="5461002"/>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35092612" name="mean_price"/>
          <p:cNvSpPr txBox="1"/>
          <p:nvPr/>
        </p:nvSpPr>
        <p:spPr bwMode="auto">
          <a:xfrm rot="0" flipH="0" flipV="0">
            <a:off x="10363198" y="3022600"/>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accent2"/>
                </a:solidFill>
              </a:rPr>
              <a:t>XXX</a:t>
            </a:r>
            <a:endParaRPr sz="1400" b="1">
              <a:solidFill>
                <a:schemeClr val="accent2"/>
              </a:solidFill>
            </a:endParaRPr>
          </a:p>
        </p:txBody>
      </p:sp>
      <p:sp>
        <p:nvSpPr>
          <p:cNvPr id="736418303" name="max_price"/>
          <p:cNvSpPr txBox="1"/>
          <p:nvPr/>
        </p:nvSpPr>
        <p:spPr bwMode="auto">
          <a:xfrm rot="0" flipH="0" flipV="0">
            <a:off x="10363198" y="3429001"/>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sp>
        <p:nvSpPr>
          <p:cNvPr id="944744829" name="q50_price"/>
          <p:cNvSpPr txBox="1"/>
          <p:nvPr/>
        </p:nvSpPr>
        <p:spPr bwMode="auto">
          <a:xfrm rot="0" flipH="0" flipV="0">
            <a:off x="10363198" y="4241800"/>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sp>
        <p:nvSpPr>
          <p:cNvPr id="999820369" name="q25_price"/>
          <p:cNvSpPr txBox="1"/>
          <p:nvPr/>
        </p:nvSpPr>
        <p:spPr bwMode="auto">
          <a:xfrm rot="0" flipH="0" flipV="0">
            <a:off x="10363198" y="4648201"/>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sp>
        <p:nvSpPr>
          <p:cNvPr id="343962704" name="min_price"/>
          <p:cNvSpPr txBox="1"/>
          <p:nvPr/>
        </p:nvSpPr>
        <p:spPr bwMode="auto">
          <a:xfrm rot="0" flipH="0" flipV="0">
            <a:off x="10363198" y="5054601"/>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sp>
        <p:nvSpPr>
          <p:cNvPr id="1385891762" name="std_price"/>
          <p:cNvSpPr txBox="1"/>
          <p:nvPr/>
        </p:nvSpPr>
        <p:spPr bwMode="auto">
          <a:xfrm rot="0" flipH="0" flipV="0">
            <a:off x="10363198" y="5461000"/>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a:t>
            </a:r>
            <a:endParaRPr sz="1400" b="0">
              <a:solidFill>
                <a:schemeClr val="tx2"/>
              </a:solidFill>
            </a:endParaRPr>
          </a:p>
        </p:txBody>
      </p:sp>
      <p:sp>
        <p:nvSpPr>
          <p:cNvPr id="179412635" name="q75_price"/>
          <p:cNvSpPr txBox="1"/>
          <p:nvPr/>
        </p:nvSpPr>
        <p:spPr bwMode="auto">
          <a:xfrm rot="0" flipH="0" flipV="0">
            <a:off x="10363198" y="3835401"/>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cxnSp>
        <p:nvCxnSpPr>
          <p:cNvPr id="707864907" name=""/>
          <p:cNvCxnSpPr/>
          <p:nvPr/>
        </p:nvCxnSpPr>
        <p:spPr bwMode="auto">
          <a:xfrm flipH="0" flipV="0">
            <a:off x="10363197" y="3429001"/>
            <a:ext cx="1219198"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628565964" name=""/>
          <p:cNvCxnSpPr/>
          <p:nvPr/>
        </p:nvCxnSpPr>
        <p:spPr bwMode="auto">
          <a:xfrm flipH="0" flipV="0">
            <a:off x="10363197" y="2616197"/>
            <a:ext cx="1219198"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82822120" name="current_price"/>
          <p:cNvSpPr txBox="1"/>
          <p:nvPr/>
        </p:nvSpPr>
        <p:spPr bwMode="auto">
          <a:xfrm rot="0" flipH="0" flipV="0">
            <a:off x="10363198" y="2209800"/>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XXX</a:t>
            </a:r>
            <a:endParaRPr sz="1400" b="1">
              <a:solidFill>
                <a:schemeClr val="tx2"/>
              </a:solidFill>
            </a:endParaRPr>
          </a:p>
        </p:txBody>
      </p:sp>
      <p:cxnSp>
        <p:nvCxnSpPr>
          <p:cNvPr id="543315406" name=""/>
          <p:cNvCxnSpPr/>
          <p:nvPr/>
        </p:nvCxnSpPr>
        <p:spPr bwMode="auto">
          <a:xfrm rot="0" flipH="0" flipV="0">
            <a:off x="8737597" y="3429360"/>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60006964" name=""/>
          <p:cNvSpPr txBox="1"/>
          <p:nvPr/>
        </p:nvSpPr>
        <p:spPr bwMode="auto">
          <a:xfrm rot="0" flipH="0" flipV="0">
            <a:off x="8534398" y="3022599"/>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Mean</a:t>
            </a:r>
            <a:endParaRPr sz="1400" b="1">
              <a:solidFill>
                <a:schemeClr val="bg2"/>
              </a:solidFill>
            </a:endParaRPr>
          </a:p>
        </p:txBody>
      </p:sp>
      <p:sp>
        <p:nvSpPr>
          <p:cNvPr id="1413662406" name=""/>
          <p:cNvSpPr txBox="1"/>
          <p:nvPr/>
        </p:nvSpPr>
        <p:spPr bwMode="auto">
          <a:xfrm rot="0" flipH="0" flipV="0">
            <a:off x="8534398" y="3429000"/>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Max</a:t>
            </a:r>
            <a:endParaRPr sz="1400" b="1">
              <a:solidFill>
                <a:schemeClr val="bg2"/>
              </a:solidFill>
            </a:endParaRPr>
          </a:p>
        </p:txBody>
      </p:sp>
      <p:sp>
        <p:nvSpPr>
          <p:cNvPr id="2073984651" name=""/>
          <p:cNvSpPr txBox="1"/>
          <p:nvPr/>
        </p:nvSpPr>
        <p:spPr bwMode="auto">
          <a:xfrm rot="0" flipH="0" flipV="0">
            <a:off x="8534398" y="4241800"/>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50th</a:t>
            </a:r>
            <a:endParaRPr sz="1400" b="1">
              <a:solidFill>
                <a:schemeClr val="bg2"/>
              </a:solidFill>
            </a:endParaRPr>
          </a:p>
        </p:txBody>
      </p:sp>
      <p:sp>
        <p:nvSpPr>
          <p:cNvPr id="1966669504" name=""/>
          <p:cNvSpPr txBox="1"/>
          <p:nvPr/>
        </p:nvSpPr>
        <p:spPr bwMode="auto">
          <a:xfrm rot="0" flipH="0" flipV="0">
            <a:off x="8534398" y="4648200"/>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25th</a:t>
            </a:r>
            <a:endParaRPr sz="1400" b="1">
              <a:solidFill>
                <a:schemeClr val="bg2"/>
              </a:solidFill>
            </a:endParaRPr>
          </a:p>
        </p:txBody>
      </p:sp>
      <p:sp>
        <p:nvSpPr>
          <p:cNvPr id="711701610" name=""/>
          <p:cNvSpPr txBox="1"/>
          <p:nvPr/>
        </p:nvSpPr>
        <p:spPr bwMode="auto">
          <a:xfrm rot="0" flipH="0" flipV="0">
            <a:off x="8534398" y="5054643"/>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Min</a:t>
            </a:r>
            <a:endParaRPr sz="1400" b="1">
              <a:solidFill>
                <a:schemeClr val="bg2"/>
              </a:solidFill>
            </a:endParaRPr>
          </a:p>
        </p:txBody>
      </p:sp>
      <p:sp>
        <p:nvSpPr>
          <p:cNvPr id="115694921" name=""/>
          <p:cNvSpPr txBox="1"/>
          <p:nvPr/>
        </p:nvSpPr>
        <p:spPr bwMode="auto">
          <a:xfrm rot="0" flipH="0" flipV="0">
            <a:off x="8534398" y="5460999"/>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Std Dev</a:t>
            </a:r>
            <a:endParaRPr sz="1400" b="1">
              <a:solidFill>
                <a:schemeClr val="bg2"/>
              </a:solidFill>
            </a:endParaRPr>
          </a:p>
        </p:txBody>
      </p:sp>
      <p:sp>
        <p:nvSpPr>
          <p:cNvPr id="854468112" name=""/>
          <p:cNvSpPr txBox="1"/>
          <p:nvPr/>
        </p:nvSpPr>
        <p:spPr bwMode="auto">
          <a:xfrm rot="0" flipH="0" flipV="0">
            <a:off x="8534398" y="3835442"/>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75th</a:t>
            </a:r>
            <a:endParaRPr sz="1400" b="1">
              <a:solidFill>
                <a:schemeClr val="bg2"/>
              </a:solidFill>
            </a:endParaRPr>
          </a:p>
        </p:txBody>
      </p:sp>
      <p:cxnSp>
        <p:nvCxnSpPr>
          <p:cNvPr id="1507752585" name=""/>
          <p:cNvCxnSpPr/>
          <p:nvPr/>
        </p:nvCxnSpPr>
        <p:spPr bwMode="auto">
          <a:xfrm rot="0" flipH="0" flipV="0">
            <a:off x="8737597" y="3835695"/>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919659940" name=""/>
          <p:cNvCxnSpPr/>
          <p:nvPr/>
        </p:nvCxnSpPr>
        <p:spPr bwMode="auto">
          <a:xfrm rot="0" flipH="0" flipV="0">
            <a:off x="8737597" y="4242096"/>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51689803" name=""/>
          <p:cNvCxnSpPr/>
          <p:nvPr/>
        </p:nvCxnSpPr>
        <p:spPr bwMode="auto">
          <a:xfrm rot="0" flipH="0" flipV="0">
            <a:off x="8737597" y="4648495"/>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92770703" name=""/>
          <p:cNvCxnSpPr/>
          <p:nvPr/>
        </p:nvCxnSpPr>
        <p:spPr bwMode="auto">
          <a:xfrm rot="0" flipH="0" flipV="0">
            <a:off x="8737597" y="5054895"/>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32203215" name=""/>
          <p:cNvCxnSpPr/>
          <p:nvPr/>
        </p:nvCxnSpPr>
        <p:spPr bwMode="auto">
          <a:xfrm rot="0" flipH="0" flipV="0">
            <a:off x="8737597" y="5461295"/>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41836090" name=""/>
          <p:cNvCxnSpPr/>
          <p:nvPr/>
        </p:nvCxnSpPr>
        <p:spPr bwMode="auto">
          <a:xfrm rot="0" flipH="0" flipV="0">
            <a:off x="8737597" y="2616556"/>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83889626" name=""/>
          <p:cNvSpPr txBox="1"/>
          <p:nvPr/>
        </p:nvSpPr>
        <p:spPr bwMode="auto">
          <a:xfrm rot="0" flipH="0" flipV="0">
            <a:off x="8534398" y="2209800"/>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Current</a:t>
            </a:r>
            <a:endParaRPr sz="1400" b="1">
              <a:solidFill>
                <a:schemeClr val="bg2"/>
              </a:solidFill>
            </a:endParaRPr>
          </a:p>
        </p:txBody>
      </p:sp>
      <p:cxnSp>
        <p:nvCxnSpPr>
          <p:cNvPr id="2705755" name=""/>
          <p:cNvCxnSpPr/>
          <p:nvPr/>
        </p:nvCxnSpPr>
        <p:spPr bwMode="auto">
          <a:xfrm flipH="0" flipV="0">
            <a:off x="10363197" y="3022599"/>
            <a:ext cx="1219197"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657963124" name=""/>
          <p:cNvCxnSpPr/>
          <p:nvPr/>
        </p:nvCxnSpPr>
        <p:spPr bwMode="auto">
          <a:xfrm rot="0" flipH="0" flipV="0">
            <a:off x="8737597" y="3022958"/>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31143197" name="analyst_expectation"/>
          <p:cNvSpPr txBox="1"/>
          <p:nvPr/>
        </p:nvSpPr>
        <p:spPr bwMode="auto">
          <a:xfrm rot="0" flipH="0" flipV="0">
            <a:off x="10363199" y="2616199"/>
            <a:ext cx="12191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accent6"/>
                </a:solidFill>
              </a:rPr>
              <a:t>XXX</a:t>
            </a:r>
            <a:endParaRPr sz="1400" b="1">
              <a:solidFill>
                <a:schemeClr val="accent6"/>
              </a:solidFill>
            </a:endParaRPr>
          </a:p>
        </p:txBody>
      </p:sp>
      <p:sp>
        <p:nvSpPr>
          <p:cNvPr id="416438836" name=""/>
          <p:cNvSpPr txBox="1"/>
          <p:nvPr/>
        </p:nvSpPr>
        <p:spPr bwMode="auto">
          <a:xfrm rot="0" flipH="0" flipV="0">
            <a:off x="8534398" y="26161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Expectation</a:t>
            </a:r>
            <a:endParaRPr sz="1400" b="1">
              <a:solidFill>
                <a:schemeClr val="bg2"/>
              </a:solidFill>
            </a:endParaRPr>
          </a:p>
        </p:txBody>
      </p:sp>
      <p:pic>
        <p:nvPicPr>
          <p:cNvPr id="118468132" name="price_chart" descr="image.png"/>
          <p:cNvPicPr>
            <a:picLocks noChangeAspect="1"/>
          </p:cNvPicPr>
          <p:nvPr/>
        </p:nvPicPr>
        <p:blipFill rotWithShape="1">
          <a:blip r:embed="rId3"/>
          <a:stretch/>
        </p:blipFill>
        <p:spPr bwMode="auto">
          <a:xfrm rot="0" flipH="0" flipV="0">
            <a:off x="406399" y="2006599"/>
            <a:ext cx="7721599" cy="4142612"/>
          </a:xfrm>
          <a:prstGeom prst="rect">
            <a:avLst/>
          </a:prstGeom>
        </p:spPr>
      </p:pic>
      <p:sp>
        <p:nvSpPr>
          <p:cNvPr id="101370938" name=""/>
          <p:cNvSpPr/>
          <p:nvPr/>
        </p:nvSpPr>
        <p:spPr bwMode="auto">
          <a:xfrm rot="0" flipH="0" flipV="0">
            <a:off x="3454398" y="6273798"/>
            <a:ext cx="203199" cy="406399"/>
          </a:xfrm>
          <a:prstGeom prst="rect">
            <a:avLst/>
          </a:prstGeom>
          <a:solidFill>
            <a:schemeClr val="tx2"/>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55797739" name="Rectangle 155402662"/>
          <p:cNvSpPr txBox="1"/>
          <p:nvPr/>
        </p:nvSpPr>
        <p:spPr bwMode="auto">
          <a:xfrm rot="0" flipH="0" flipV="0">
            <a:off x="3657600" y="6273799"/>
            <a:ext cx="1219199" cy="406399"/>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400" b="0">
                <a:solidFill>
                  <a:schemeClr val="tx2"/>
                </a:solidFill>
              </a:rPr>
              <a:t>Close </a:t>
            </a:r>
            <a:r>
              <a:rPr lang="it-IT" sz="1400" b="0">
                <a:solidFill>
                  <a:schemeClr val="tx2"/>
                </a:solidFill>
              </a:rPr>
              <a:t>price</a:t>
            </a:r>
            <a:endParaRPr sz="1400" b="0">
              <a:solidFill>
                <a:schemeClr val="tx2"/>
              </a:solidFill>
            </a:endParaRPr>
          </a:p>
        </p:txBody>
      </p:sp>
      <p:sp>
        <p:nvSpPr>
          <p:cNvPr id="877139311" name=""/>
          <p:cNvSpPr/>
          <p:nvPr/>
        </p:nvSpPr>
        <p:spPr bwMode="auto">
          <a:xfrm rot="0" flipH="0" flipV="0">
            <a:off x="4876799" y="6273798"/>
            <a:ext cx="203199" cy="406399"/>
          </a:xfrm>
          <a:prstGeom prst="rect">
            <a:avLst/>
          </a:prstGeom>
          <a:solidFill>
            <a:schemeClr val="accent2"/>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24066637" name="Rectangle 155402662"/>
          <p:cNvSpPr txBox="1"/>
          <p:nvPr/>
        </p:nvSpPr>
        <p:spPr bwMode="auto">
          <a:xfrm rot="0" flipH="0" flipV="0">
            <a:off x="5079999" y="6273799"/>
            <a:ext cx="1219199" cy="406399"/>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400" b="0">
                <a:solidFill>
                  <a:schemeClr val="tx2"/>
                </a:solidFill>
              </a:rPr>
              <a:t>Mean price</a:t>
            </a:r>
            <a:endParaRPr sz="1400" b="0"/>
          </a:p>
        </p:txBody>
      </p:sp>
      <p:sp>
        <p:nvSpPr>
          <p:cNvPr id="520399650" name=""/>
          <p:cNvSpPr/>
          <p:nvPr/>
        </p:nvSpPr>
        <p:spPr bwMode="auto">
          <a:xfrm rot="0" flipH="0" flipV="0">
            <a:off x="6299198" y="6273798"/>
            <a:ext cx="203199" cy="406399"/>
          </a:xfrm>
          <a:prstGeom prst="rect">
            <a:avLst/>
          </a:prstGeom>
          <a:solidFill>
            <a:schemeClr val="accent6"/>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30311733" name="Rectangle 155402662"/>
          <p:cNvSpPr txBox="1"/>
          <p:nvPr/>
        </p:nvSpPr>
        <p:spPr bwMode="auto">
          <a:xfrm rot="0" flipH="0" flipV="0">
            <a:off x="6502398" y="6273799"/>
            <a:ext cx="2031997" cy="406399"/>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400" b="0">
                <a:solidFill>
                  <a:schemeClr val="tx2"/>
                </a:solidFill>
              </a:rPr>
              <a:t>Analyst expectation</a:t>
            </a:r>
            <a:endParaRPr sz="1400" b="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92914767" name=""/>
          <p:cNvSpPr/>
          <p:nvPr/>
        </p:nvSpPr>
        <p:spPr bwMode="auto">
          <a:xfrm rot="0" flipH="0" flipV="0">
            <a:off x="4876799" y="2006599"/>
            <a:ext cx="2235199" cy="4063999"/>
          </a:xfrm>
          <a:prstGeom prst="rect">
            <a:avLst/>
          </a:prstGeom>
          <a:solidFill>
            <a:schemeClr val="accent2">
              <a:alpha val="20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1309094519" name="Title 1"/>
          <p:cNvSpPr>
            <a:spLocks noGrp="1"/>
          </p:cNvSpPr>
          <p:nvPr>
            <p:ph type="title"/>
          </p:nvPr>
        </p:nvSpPr>
        <p:spPr bwMode="auto"/>
        <p:txBody>
          <a:bodyPr/>
          <a:lstStyle/>
          <a:p>
            <a:pPr>
              <a:defRPr/>
            </a:pPr>
            <a:r>
              <a:rPr lang="it-IT" sz="2400" b="1" i="0" u="none" strike="noStrike" cap="none" spc="0">
                <a:solidFill>
                  <a:schemeClr val="accent2"/>
                </a:solidFill>
                <a:latin typeface="Arial"/>
                <a:ea typeface="Arial"/>
                <a:cs typeface="Arial"/>
              </a:rPr>
              <a:t>{company_name}</a:t>
            </a:r>
            <a:r>
              <a:rPr lang="it-IT" sz="2400" b="1" i="0" u="none" strike="noStrike" cap="none" spc="0">
                <a:solidFill>
                  <a:schemeClr val="tx2"/>
                </a:solidFill>
                <a:latin typeface="Arial"/>
                <a:ea typeface="Arial"/>
                <a:cs typeface="Arial"/>
              </a:rPr>
              <a:t> </a:t>
            </a:r>
            <a:r>
              <a:rPr lang="it-IT"/>
              <a:t>| Historical selected financial highlights</a:t>
            </a:r>
            <a:endParaRPr/>
          </a:p>
        </p:txBody>
      </p:sp>
      <p:sp>
        <p:nvSpPr>
          <p:cNvPr id="420237024"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 Mistral</a:t>
            </a:r>
            <a:endParaRPr lang="it-IT"/>
          </a:p>
        </p:txBody>
      </p:sp>
      <p:sp>
        <p:nvSpPr>
          <p:cNvPr id="1738287054" name="Slide Number Placeholder 5"/>
          <p:cNvSpPr>
            <a:spLocks noGrp="1"/>
          </p:cNvSpPr>
          <p:nvPr>
            <p:ph type="sldNum" sz="quarter" idx="4"/>
          </p:nvPr>
        </p:nvSpPr>
        <p:spPr bwMode="auto">
          <a:prstGeom prst="rect">
            <a:avLst/>
          </a:prstGeom>
        </p:spPr>
        <p:txBody>
          <a:bodyPr/>
          <a:lstStyle/>
          <a:p>
            <a:pPr>
              <a:defRPr/>
            </a:pPr>
            <a:fld id="{82BE44E8-35EF-95C4-D2C3-32175C87F31F}" type="slidenum">
              <a:rPr lang="en-US"/>
              <a:t>3</a:t>
            </a:fld>
            <a:endParaRPr lang="en-US"/>
          </a:p>
        </p:txBody>
      </p:sp>
      <p:cxnSp>
        <p:nvCxnSpPr>
          <p:cNvPr id="1793681393" name=""/>
          <p:cNvCxnSpPr/>
          <p:nvPr/>
        </p:nvCxnSpPr>
        <p:spPr bwMode="auto">
          <a:xfrm flipH="0" flipV="0">
            <a:off x="406398" y="1803398"/>
            <a:ext cx="6705600"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19012359" name=""/>
          <p:cNvCxnSpPr/>
          <p:nvPr/>
        </p:nvCxnSpPr>
        <p:spPr bwMode="auto">
          <a:xfrm flipH="0" flipV="0">
            <a:off x="7518399" y="1803075"/>
            <a:ext cx="4267195" cy="32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96555794" name=""/>
          <p:cNvSpPr txBox="1"/>
          <p:nvPr/>
        </p:nvSpPr>
        <p:spPr bwMode="auto">
          <a:xfrm rot="0" flipH="0" flipV="0">
            <a:off x="406398" y="1396998"/>
            <a:ext cx="6705600"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2"/>
                </a:solidFill>
              </a:rPr>
              <a:t>Last 3 years selected financial highlights</a:t>
            </a:r>
            <a:endParaRPr b="1">
              <a:solidFill>
                <a:schemeClr val="tx2"/>
              </a:solidFill>
            </a:endParaRPr>
          </a:p>
        </p:txBody>
      </p:sp>
      <p:sp>
        <p:nvSpPr>
          <p:cNvPr id="97969002" name=""/>
          <p:cNvSpPr txBox="1"/>
          <p:nvPr/>
        </p:nvSpPr>
        <p:spPr bwMode="auto">
          <a:xfrm rot="0" flipH="0" flipV="0">
            <a:off x="7518399" y="1396998"/>
            <a:ext cx="4267195"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2"/>
                </a:solidFill>
              </a:rPr>
              <a:t>Key facts</a:t>
            </a:r>
            <a:endParaRPr b="1">
              <a:solidFill>
                <a:schemeClr val="tx2"/>
              </a:solidFill>
            </a:endParaRPr>
          </a:p>
        </p:txBody>
      </p:sp>
      <p:sp>
        <p:nvSpPr>
          <p:cNvPr id="1626875541" name=""/>
          <p:cNvSpPr/>
          <p:nvPr/>
        </p:nvSpPr>
        <p:spPr bwMode="auto">
          <a:xfrm rot="0" flipH="0" flipV="0">
            <a:off x="406398" y="2413000"/>
            <a:ext cx="1625598" cy="3657596"/>
          </a:xfrm>
          <a:prstGeom prst="rect">
            <a:avLst/>
          </a:prstGeom>
          <a:solidFill>
            <a:schemeClr val="tx2"/>
          </a:solidFill>
          <a:ln w="19050" cap="flat" cmpd="sng" algn="ctr">
            <a:solidFill>
              <a:schemeClr val="accent1">
                <a:lumMod val="50196"/>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p>
        </p:txBody>
      </p:sp>
      <p:cxnSp>
        <p:nvCxnSpPr>
          <p:cNvPr id="1872947004" name=""/>
          <p:cNvCxnSpPr/>
          <p:nvPr/>
        </p:nvCxnSpPr>
        <p:spPr bwMode="auto">
          <a:xfrm flipH="0" flipV="0">
            <a:off x="2235197" y="3632201"/>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98930360" name=""/>
          <p:cNvCxnSpPr/>
          <p:nvPr/>
        </p:nvCxnSpPr>
        <p:spPr bwMode="auto">
          <a:xfrm flipH="0" flipV="0">
            <a:off x="2235197" y="4038598"/>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933701385" name=""/>
          <p:cNvCxnSpPr/>
          <p:nvPr/>
        </p:nvCxnSpPr>
        <p:spPr bwMode="auto">
          <a:xfrm flipH="0" flipV="0">
            <a:off x="2235197" y="4445000"/>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57795394" name=""/>
          <p:cNvCxnSpPr/>
          <p:nvPr/>
        </p:nvCxnSpPr>
        <p:spPr bwMode="auto">
          <a:xfrm flipH="0" flipV="0">
            <a:off x="2235199" y="4851400"/>
            <a:ext cx="4673599"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81520935" name=""/>
          <p:cNvCxnSpPr/>
          <p:nvPr/>
        </p:nvCxnSpPr>
        <p:spPr bwMode="auto">
          <a:xfrm flipH="0" flipV="0">
            <a:off x="2235197" y="5257801"/>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89920352" name="gross_profit_y1"/>
          <p:cNvSpPr txBox="1"/>
          <p:nvPr/>
        </p:nvSpPr>
        <p:spPr bwMode="auto">
          <a:xfrm rot="0" flipH="0" flipV="0">
            <a:off x="2235199" y="2819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409730380" name="operating_profit_y1"/>
          <p:cNvSpPr txBox="1"/>
          <p:nvPr/>
        </p:nvSpPr>
        <p:spPr bwMode="auto">
          <a:xfrm rot="0" flipH="0" flipV="0">
            <a:off x="2235199" y="32257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278452279" name="invested_capital_y1"/>
          <p:cNvSpPr txBox="1"/>
          <p:nvPr/>
        </p:nvSpPr>
        <p:spPr bwMode="auto">
          <a:xfrm rot="0" flipH="0" flipV="0">
            <a:off x="2235199" y="40385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0753960" name="debt_y1"/>
          <p:cNvSpPr txBox="1"/>
          <p:nvPr/>
        </p:nvSpPr>
        <p:spPr bwMode="auto">
          <a:xfrm rot="0" flipH="0" flipV="0">
            <a:off x="2235199" y="4444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375927863" name="op_cash_flow_y1"/>
          <p:cNvSpPr txBox="1"/>
          <p:nvPr/>
        </p:nvSpPr>
        <p:spPr bwMode="auto">
          <a:xfrm rot="0" flipH="0" flipV="0">
            <a:off x="2235199" y="4851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299829238" name="capex_y1"/>
          <p:cNvSpPr txBox="1"/>
          <p:nvPr/>
        </p:nvSpPr>
        <p:spPr bwMode="auto">
          <a:xfrm rot="0" flipH="0" flipV="0">
            <a:off x="2235199" y="5257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753957830" name="net_income_y1"/>
          <p:cNvSpPr txBox="1"/>
          <p:nvPr/>
        </p:nvSpPr>
        <p:spPr bwMode="auto">
          <a:xfrm rot="0" flipH="0" flipV="0">
            <a:off x="2235199" y="3632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cxnSp>
        <p:nvCxnSpPr>
          <p:cNvPr id="255445284" name=""/>
          <p:cNvCxnSpPr/>
          <p:nvPr/>
        </p:nvCxnSpPr>
        <p:spPr bwMode="auto">
          <a:xfrm flipH="0" flipV="0">
            <a:off x="2235197" y="3225800"/>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13364724" name=""/>
          <p:cNvCxnSpPr/>
          <p:nvPr/>
        </p:nvCxnSpPr>
        <p:spPr bwMode="auto">
          <a:xfrm flipH="0" flipV="0">
            <a:off x="2235197" y="2819400"/>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96790418" name="revenue_y1"/>
          <p:cNvSpPr txBox="1"/>
          <p:nvPr/>
        </p:nvSpPr>
        <p:spPr bwMode="auto">
          <a:xfrm rot="0" flipH="0" flipV="0">
            <a:off x="2235199" y="2412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XX.XB</a:t>
            </a:r>
            <a:endParaRPr sz="1400" b="0">
              <a:solidFill>
                <a:schemeClr val="tx2"/>
              </a:solidFill>
            </a:endParaRPr>
          </a:p>
        </p:txBody>
      </p:sp>
      <p:cxnSp>
        <p:nvCxnSpPr>
          <p:cNvPr id="1334909870" name=""/>
          <p:cNvCxnSpPr/>
          <p:nvPr/>
        </p:nvCxnSpPr>
        <p:spPr bwMode="auto">
          <a:xfrm rot="0" flipH="0" flipV="0">
            <a:off x="609597" y="3226158"/>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64183" name=""/>
          <p:cNvSpPr txBox="1"/>
          <p:nvPr/>
        </p:nvSpPr>
        <p:spPr bwMode="auto">
          <a:xfrm rot="0" flipH="0" flipV="0">
            <a:off x="406398" y="2819399"/>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Gross profit</a:t>
            </a:r>
            <a:endParaRPr sz="1400" b="1">
              <a:solidFill>
                <a:schemeClr val="bg2"/>
              </a:solidFill>
            </a:endParaRPr>
          </a:p>
        </p:txBody>
      </p:sp>
      <p:sp>
        <p:nvSpPr>
          <p:cNvPr id="554334193" name=""/>
          <p:cNvSpPr txBox="1"/>
          <p:nvPr/>
        </p:nvSpPr>
        <p:spPr bwMode="auto">
          <a:xfrm rot="0" flipH="0" flipV="0">
            <a:off x="406398" y="3225799"/>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Operating profit</a:t>
            </a:r>
            <a:endParaRPr sz="1400" b="1">
              <a:solidFill>
                <a:schemeClr val="bg2"/>
              </a:solidFill>
            </a:endParaRPr>
          </a:p>
        </p:txBody>
      </p:sp>
      <p:sp>
        <p:nvSpPr>
          <p:cNvPr id="112995139" name=""/>
          <p:cNvSpPr txBox="1"/>
          <p:nvPr/>
        </p:nvSpPr>
        <p:spPr bwMode="auto">
          <a:xfrm rot="0" flipH="0" flipV="0">
            <a:off x="406398" y="4038598"/>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Invested capital</a:t>
            </a:r>
            <a:endParaRPr sz="1400" b="1">
              <a:solidFill>
                <a:schemeClr val="bg2"/>
              </a:solidFill>
            </a:endParaRPr>
          </a:p>
        </p:txBody>
      </p:sp>
      <p:sp>
        <p:nvSpPr>
          <p:cNvPr id="206307003" name=""/>
          <p:cNvSpPr txBox="1"/>
          <p:nvPr/>
        </p:nvSpPr>
        <p:spPr bwMode="auto">
          <a:xfrm rot="0" flipH="0" flipV="0">
            <a:off x="406398" y="4445000"/>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Debt</a:t>
            </a:r>
            <a:endParaRPr sz="1400" b="1">
              <a:solidFill>
                <a:schemeClr val="bg2"/>
              </a:solidFill>
            </a:endParaRPr>
          </a:p>
        </p:txBody>
      </p:sp>
      <p:sp>
        <p:nvSpPr>
          <p:cNvPr id="1891046954" name=""/>
          <p:cNvSpPr txBox="1"/>
          <p:nvPr/>
        </p:nvSpPr>
        <p:spPr bwMode="auto">
          <a:xfrm rot="0" flipH="0" flipV="0">
            <a:off x="406398" y="4851442"/>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Opearting CF</a:t>
            </a:r>
            <a:endParaRPr sz="1400" b="1">
              <a:solidFill>
                <a:schemeClr val="bg2"/>
              </a:solidFill>
            </a:endParaRPr>
          </a:p>
        </p:txBody>
      </p:sp>
      <p:sp>
        <p:nvSpPr>
          <p:cNvPr id="218505736" name=""/>
          <p:cNvSpPr txBox="1"/>
          <p:nvPr/>
        </p:nvSpPr>
        <p:spPr bwMode="auto">
          <a:xfrm rot="0" flipH="0" flipV="0">
            <a:off x="406398" y="5257798"/>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Investing CF</a:t>
            </a:r>
            <a:endParaRPr sz="1400" b="1">
              <a:solidFill>
                <a:schemeClr val="bg2"/>
              </a:solidFill>
            </a:endParaRPr>
          </a:p>
        </p:txBody>
      </p:sp>
      <p:sp>
        <p:nvSpPr>
          <p:cNvPr id="861080129" name=""/>
          <p:cNvSpPr txBox="1"/>
          <p:nvPr/>
        </p:nvSpPr>
        <p:spPr bwMode="auto">
          <a:xfrm rot="0" flipH="0" flipV="0">
            <a:off x="406398" y="3632241"/>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Net income</a:t>
            </a:r>
            <a:endParaRPr sz="1400" b="1">
              <a:solidFill>
                <a:schemeClr val="bg2"/>
              </a:solidFill>
            </a:endParaRPr>
          </a:p>
        </p:txBody>
      </p:sp>
      <p:cxnSp>
        <p:nvCxnSpPr>
          <p:cNvPr id="102239739" name=""/>
          <p:cNvCxnSpPr/>
          <p:nvPr/>
        </p:nvCxnSpPr>
        <p:spPr bwMode="auto">
          <a:xfrm rot="0" flipH="0" flipV="0">
            <a:off x="609597" y="3632494"/>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15493402" name=""/>
          <p:cNvCxnSpPr/>
          <p:nvPr/>
        </p:nvCxnSpPr>
        <p:spPr bwMode="auto">
          <a:xfrm rot="0" flipH="0" flipV="0">
            <a:off x="609597" y="4038893"/>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13711363" name=""/>
          <p:cNvCxnSpPr/>
          <p:nvPr/>
        </p:nvCxnSpPr>
        <p:spPr bwMode="auto">
          <a:xfrm rot="0" flipH="0" flipV="0">
            <a:off x="609597" y="4445294"/>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35828652" name=""/>
          <p:cNvCxnSpPr/>
          <p:nvPr/>
        </p:nvCxnSpPr>
        <p:spPr bwMode="auto">
          <a:xfrm rot="0" flipH="0" flipV="0">
            <a:off x="609597" y="4851694"/>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6907740" name=""/>
          <p:cNvCxnSpPr/>
          <p:nvPr/>
        </p:nvCxnSpPr>
        <p:spPr bwMode="auto">
          <a:xfrm rot="0" flipH="0" flipV="0">
            <a:off x="609597" y="5258094"/>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15264621" name=""/>
          <p:cNvCxnSpPr/>
          <p:nvPr/>
        </p:nvCxnSpPr>
        <p:spPr bwMode="auto">
          <a:xfrm rot="0" flipH="0" flipV="0">
            <a:off x="609597" y="2819758"/>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09122375" name=""/>
          <p:cNvSpPr txBox="1"/>
          <p:nvPr/>
        </p:nvSpPr>
        <p:spPr bwMode="auto">
          <a:xfrm rot="0" flipH="0" flipV="0">
            <a:off x="406398" y="2413000"/>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Revenue</a:t>
            </a:r>
            <a:endParaRPr sz="1400" b="1">
              <a:solidFill>
                <a:schemeClr val="bg2"/>
              </a:solidFill>
            </a:endParaRPr>
          </a:p>
        </p:txBody>
      </p:sp>
      <p:sp>
        <p:nvSpPr>
          <p:cNvPr id="1167212487" name=""/>
          <p:cNvSpPr txBox="1"/>
          <p:nvPr/>
        </p:nvSpPr>
        <p:spPr bwMode="auto">
          <a:xfrm rot="0" flipH="0" flipV="0">
            <a:off x="406398" y="5664198"/>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Free cash flow</a:t>
            </a:r>
            <a:endParaRPr sz="1400" b="1">
              <a:solidFill>
                <a:schemeClr val="bg2"/>
              </a:solidFill>
            </a:endParaRPr>
          </a:p>
        </p:txBody>
      </p:sp>
      <p:sp>
        <p:nvSpPr>
          <p:cNvPr id="106858685" name="free_cash_flow_y1"/>
          <p:cNvSpPr txBox="1"/>
          <p:nvPr/>
        </p:nvSpPr>
        <p:spPr bwMode="auto">
          <a:xfrm rot="0" flipH="0" flipV="0">
            <a:off x="2235199" y="5664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cxnSp>
        <p:nvCxnSpPr>
          <p:cNvPr id="1719271845" name=""/>
          <p:cNvCxnSpPr/>
          <p:nvPr/>
        </p:nvCxnSpPr>
        <p:spPr bwMode="auto">
          <a:xfrm rot="0" flipH="0" flipV="0">
            <a:off x="609597" y="5664197"/>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27537975" name=""/>
          <p:cNvCxnSpPr/>
          <p:nvPr/>
        </p:nvCxnSpPr>
        <p:spPr bwMode="auto">
          <a:xfrm rot="0" flipH="0" flipV="0">
            <a:off x="2235198" y="5663797"/>
            <a:ext cx="4673600"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35932935" name="gross_profit_y2"/>
          <p:cNvSpPr txBox="1"/>
          <p:nvPr/>
        </p:nvSpPr>
        <p:spPr bwMode="auto">
          <a:xfrm rot="0" flipH="0" flipV="0">
            <a:off x="3047999" y="2819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2048785509" name="operating_profit_y2"/>
          <p:cNvSpPr txBox="1"/>
          <p:nvPr/>
        </p:nvSpPr>
        <p:spPr bwMode="auto">
          <a:xfrm rot="0" flipH="0" flipV="0">
            <a:off x="3047999" y="32257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687173623" name="invested_capital_y2"/>
          <p:cNvSpPr txBox="1"/>
          <p:nvPr/>
        </p:nvSpPr>
        <p:spPr bwMode="auto">
          <a:xfrm rot="0" flipH="0" flipV="0">
            <a:off x="3047999" y="40385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168283346" name="debt_y2"/>
          <p:cNvSpPr txBox="1"/>
          <p:nvPr/>
        </p:nvSpPr>
        <p:spPr bwMode="auto">
          <a:xfrm rot="0" flipH="0" flipV="0">
            <a:off x="3047999" y="4444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42753854" name="op_cash_flow_y2"/>
          <p:cNvSpPr txBox="1"/>
          <p:nvPr/>
        </p:nvSpPr>
        <p:spPr bwMode="auto">
          <a:xfrm rot="0" flipH="0" flipV="0">
            <a:off x="3047999" y="4851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995265732" name="capex_y2"/>
          <p:cNvSpPr txBox="1"/>
          <p:nvPr/>
        </p:nvSpPr>
        <p:spPr bwMode="auto">
          <a:xfrm rot="0" flipH="0" flipV="0">
            <a:off x="3047999" y="5257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2070078947" name="net_income_y2"/>
          <p:cNvSpPr txBox="1"/>
          <p:nvPr/>
        </p:nvSpPr>
        <p:spPr bwMode="auto">
          <a:xfrm rot="0" flipH="0" flipV="0">
            <a:off x="3047999" y="3632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654097799" name="revenue_y2"/>
          <p:cNvSpPr txBox="1"/>
          <p:nvPr/>
        </p:nvSpPr>
        <p:spPr bwMode="auto">
          <a:xfrm rot="0" flipH="0" flipV="0">
            <a:off x="3047999" y="2412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XX.XB</a:t>
            </a:r>
            <a:endParaRPr sz="1400" b="0">
              <a:solidFill>
                <a:schemeClr val="tx2"/>
              </a:solidFill>
            </a:endParaRPr>
          </a:p>
        </p:txBody>
      </p:sp>
      <p:sp>
        <p:nvSpPr>
          <p:cNvPr id="514632071" name="free_cash_flow_y2"/>
          <p:cNvSpPr txBox="1"/>
          <p:nvPr/>
        </p:nvSpPr>
        <p:spPr bwMode="auto">
          <a:xfrm rot="0" flipH="0" flipV="0">
            <a:off x="3047999" y="5664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752040717" name="gross_profit_y3"/>
          <p:cNvSpPr txBox="1"/>
          <p:nvPr/>
        </p:nvSpPr>
        <p:spPr bwMode="auto">
          <a:xfrm rot="0" flipH="0" flipV="0">
            <a:off x="3860799" y="2819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2079312962" name="operating_profit_y3"/>
          <p:cNvSpPr txBox="1"/>
          <p:nvPr/>
        </p:nvSpPr>
        <p:spPr bwMode="auto">
          <a:xfrm rot="0" flipH="0" flipV="0">
            <a:off x="3860799" y="32257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674360137" name="invested_capital_y3"/>
          <p:cNvSpPr txBox="1"/>
          <p:nvPr/>
        </p:nvSpPr>
        <p:spPr bwMode="auto">
          <a:xfrm rot="0" flipH="0" flipV="0">
            <a:off x="3860799" y="40385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386309982" name="debt_y3"/>
          <p:cNvSpPr txBox="1"/>
          <p:nvPr/>
        </p:nvSpPr>
        <p:spPr bwMode="auto">
          <a:xfrm rot="0" flipH="0" flipV="0">
            <a:off x="3860799" y="4444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808400469" name="op_cash_flow_y3"/>
          <p:cNvSpPr txBox="1"/>
          <p:nvPr/>
        </p:nvSpPr>
        <p:spPr bwMode="auto">
          <a:xfrm rot="0" flipH="0" flipV="0">
            <a:off x="3860799" y="4851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222834766" name="capex_y3"/>
          <p:cNvSpPr txBox="1"/>
          <p:nvPr/>
        </p:nvSpPr>
        <p:spPr bwMode="auto">
          <a:xfrm rot="0" flipH="0" flipV="0">
            <a:off x="3860799" y="5257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527905178" name="net_income_y3"/>
          <p:cNvSpPr txBox="1"/>
          <p:nvPr/>
        </p:nvSpPr>
        <p:spPr bwMode="auto">
          <a:xfrm rot="0" flipH="0" flipV="0">
            <a:off x="3860799" y="3632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1549065891" name="revenue_y3"/>
          <p:cNvSpPr txBox="1"/>
          <p:nvPr/>
        </p:nvSpPr>
        <p:spPr bwMode="auto">
          <a:xfrm rot="0" flipH="0" flipV="0">
            <a:off x="3860799" y="2412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XX.XB</a:t>
            </a:r>
            <a:endParaRPr sz="1400" b="0">
              <a:solidFill>
                <a:schemeClr val="tx2"/>
              </a:solidFill>
            </a:endParaRPr>
          </a:p>
        </p:txBody>
      </p:sp>
      <p:sp>
        <p:nvSpPr>
          <p:cNvPr id="732437449" name="free_cash_flow_y3"/>
          <p:cNvSpPr txBox="1"/>
          <p:nvPr/>
        </p:nvSpPr>
        <p:spPr bwMode="auto">
          <a:xfrm rot="0" flipH="0" flipV="0">
            <a:off x="3860799" y="5664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sz="1400" b="0" i="0" u="none" strike="noStrike" cap="none" spc="0">
                <a:solidFill>
                  <a:schemeClr val="tx2"/>
                </a:solidFill>
                <a:latin typeface="+mn-lt"/>
                <a:ea typeface="+mn-ea"/>
                <a:cs typeface="+mn-cs"/>
              </a:rPr>
              <a:t>XX.XB</a:t>
            </a:r>
            <a:endParaRPr/>
          </a:p>
        </p:txBody>
      </p:sp>
      <p:sp>
        <p:nvSpPr>
          <p:cNvPr id="553042685" name="year_1"/>
          <p:cNvSpPr txBox="1"/>
          <p:nvPr/>
        </p:nvSpPr>
        <p:spPr bwMode="auto">
          <a:xfrm rot="0" flipH="0" flipV="0">
            <a:off x="2235199" y="20065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20XX</a:t>
            </a:r>
            <a:endParaRPr sz="1400" b="1">
              <a:solidFill>
                <a:schemeClr val="tx2"/>
              </a:solidFill>
            </a:endParaRPr>
          </a:p>
        </p:txBody>
      </p:sp>
      <p:sp>
        <p:nvSpPr>
          <p:cNvPr id="357426208" name="year_2"/>
          <p:cNvSpPr txBox="1"/>
          <p:nvPr/>
        </p:nvSpPr>
        <p:spPr bwMode="auto">
          <a:xfrm rot="0" flipH="0" flipV="0">
            <a:off x="3047999" y="20065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20XX</a:t>
            </a:r>
            <a:endParaRPr sz="1400" b="1">
              <a:solidFill>
                <a:schemeClr val="tx2"/>
              </a:solidFill>
            </a:endParaRPr>
          </a:p>
        </p:txBody>
      </p:sp>
      <p:sp>
        <p:nvSpPr>
          <p:cNvPr id="1339678867" name="year_3"/>
          <p:cNvSpPr txBox="1"/>
          <p:nvPr/>
        </p:nvSpPr>
        <p:spPr bwMode="auto">
          <a:xfrm rot="0" flipH="0" flipV="0">
            <a:off x="3860799" y="20065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20XX</a:t>
            </a:r>
            <a:endParaRPr sz="1400" b="1">
              <a:solidFill>
                <a:schemeClr val="tx2"/>
              </a:solidFill>
            </a:endParaRPr>
          </a:p>
        </p:txBody>
      </p:sp>
      <p:sp>
        <p:nvSpPr>
          <p:cNvPr id="2124968575" name="gross_profit_detail"/>
          <p:cNvSpPr txBox="1"/>
          <p:nvPr/>
        </p:nvSpPr>
        <p:spPr bwMode="auto">
          <a:xfrm rot="0" flipH="0" flipV="0">
            <a:off x="4876799" y="2819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a:t>
            </a:r>
            <a:endParaRPr sz="1400" b="0">
              <a:solidFill>
                <a:schemeClr val="tx2"/>
              </a:solidFill>
            </a:endParaRPr>
          </a:p>
        </p:txBody>
      </p:sp>
      <p:sp>
        <p:nvSpPr>
          <p:cNvPr id="38339533" name="operating_profit_detail"/>
          <p:cNvSpPr txBox="1"/>
          <p:nvPr/>
        </p:nvSpPr>
        <p:spPr bwMode="auto">
          <a:xfrm rot="0" flipH="0" flipV="0">
            <a:off x="4876799" y="32257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a:t>
            </a:r>
            <a:endParaRPr sz="1400" b="0">
              <a:solidFill>
                <a:schemeClr val="tx2"/>
              </a:solidFill>
            </a:endParaRPr>
          </a:p>
        </p:txBody>
      </p:sp>
      <p:sp>
        <p:nvSpPr>
          <p:cNvPr id="1224916753" name="invested_capital_detail"/>
          <p:cNvSpPr txBox="1"/>
          <p:nvPr/>
        </p:nvSpPr>
        <p:spPr bwMode="auto">
          <a:xfrm rot="0" flipH="0" flipV="0">
            <a:off x="4876799" y="40385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169518604" name="debt_detail"/>
          <p:cNvSpPr txBox="1"/>
          <p:nvPr/>
        </p:nvSpPr>
        <p:spPr bwMode="auto">
          <a:xfrm rot="0" flipH="0" flipV="0">
            <a:off x="4876799" y="4444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1201902020" name="op_cash_flow_detail"/>
          <p:cNvSpPr txBox="1"/>
          <p:nvPr/>
        </p:nvSpPr>
        <p:spPr bwMode="auto">
          <a:xfrm rot="0" flipH="0" flipV="0">
            <a:off x="4876799" y="4851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968672833" name="capex_detail"/>
          <p:cNvSpPr txBox="1"/>
          <p:nvPr/>
        </p:nvSpPr>
        <p:spPr bwMode="auto">
          <a:xfrm rot="0" flipH="0" flipV="0">
            <a:off x="4876799" y="5257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1422078190" name="net_income_detail"/>
          <p:cNvSpPr txBox="1"/>
          <p:nvPr/>
        </p:nvSpPr>
        <p:spPr bwMode="auto">
          <a:xfrm rot="0" flipH="0" flipV="0">
            <a:off x="4876799" y="3632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64225491" name="revenue_detail"/>
          <p:cNvSpPr txBox="1"/>
          <p:nvPr/>
        </p:nvSpPr>
        <p:spPr bwMode="auto">
          <a:xfrm rot="0" flipH="0" flipV="0">
            <a:off x="4876799" y="2412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a:t>
            </a:r>
            <a:endParaRPr sz="1400" b="0">
              <a:solidFill>
                <a:schemeClr val="tx2"/>
              </a:solidFill>
            </a:endParaRPr>
          </a:p>
        </p:txBody>
      </p:sp>
      <p:sp>
        <p:nvSpPr>
          <p:cNvPr id="1998130435" name="free_cash_flow_detail"/>
          <p:cNvSpPr txBox="1"/>
          <p:nvPr/>
        </p:nvSpPr>
        <p:spPr bwMode="auto">
          <a:xfrm rot="0" flipH="0" flipV="0">
            <a:off x="4876799" y="5664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1473833356" name="name"/>
          <p:cNvSpPr txBox="1"/>
          <p:nvPr/>
        </p:nvSpPr>
        <p:spPr bwMode="auto">
          <a:xfrm rot="0" flipH="0" flipV="0">
            <a:off x="4876799" y="2006598"/>
            <a:ext cx="22351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Averages</a:t>
            </a:r>
            <a:endParaRPr sz="1400" b="1">
              <a:solidFill>
                <a:schemeClr val="tx2"/>
              </a:solidFill>
            </a:endParaRPr>
          </a:p>
        </p:txBody>
      </p:sp>
      <p:sp>
        <p:nvSpPr>
          <p:cNvPr id="1411254663" name="name"/>
          <p:cNvSpPr txBox="1"/>
          <p:nvPr/>
        </p:nvSpPr>
        <p:spPr bwMode="auto">
          <a:xfrm rot="0" flipH="0" flipV="0">
            <a:off x="406398" y="2006599"/>
            <a:ext cx="1625597"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Item</a:t>
            </a:r>
            <a:endParaRPr sz="1400" b="1">
              <a:solidFill>
                <a:schemeClr val="tx2"/>
              </a:solidFill>
            </a:endParaRPr>
          </a:p>
        </p:txBody>
      </p:sp>
      <p:sp>
        <p:nvSpPr>
          <p:cNvPr id="1684273404" name=""/>
          <p:cNvSpPr/>
          <p:nvPr/>
        </p:nvSpPr>
        <p:spPr bwMode="auto">
          <a:xfrm rot="0" flipH="0" flipV="0">
            <a:off x="7518399" y="2006599"/>
            <a:ext cx="609599" cy="1219199"/>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1068037337" name="comment_1"/>
          <p:cNvSpPr/>
          <p:nvPr/>
        </p:nvSpPr>
        <p:spPr bwMode="auto">
          <a:xfrm rot="0" flipH="0" flipV="0">
            <a:off x="8127999" y="2006599"/>
            <a:ext cx="3657597" cy="12191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a:t>
            </a:r>
            <a:endParaRPr sz="1600">
              <a:solidFill>
                <a:schemeClr val="tx2"/>
              </a:solidFill>
            </a:endParaRPr>
          </a:p>
        </p:txBody>
      </p:sp>
      <p:sp>
        <p:nvSpPr>
          <p:cNvPr id="1172281257" name=""/>
          <p:cNvSpPr/>
          <p:nvPr/>
        </p:nvSpPr>
        <p:spPr bwMode="auto">
          <a:xfrm rot="0" flipH="0" flipV="0">
            <a:off x="7518399" y="3429000"/>
            <a:ext cx="609599" cy="1219199"/>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752332906" name="comment_2"/>
          <p:cNvSpPr/>
          <p:nvPr/>
        </p:nvSpPr>
        <p:spPr bwMode="auto">
          <a:xfrm rot="0" flipH="0" flipV="0">
            <a:off x="8127999" y="3429000"/>
            <a:ext cx="3657597" cy="12191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a:t>
            </a:r>
            <a:endParaRPr sz="1600">
              <a:solidFill>
                <a:schemeClr val="tx2"/>
              </a:solidFill>
            </a:endParaRPr>
          </a:p>
        </p:txBody>
      </p:sp>
      <p:sp>
        <p:nvSpPr>
          <p:cNvPr id="1987157095" name=""/>
          <p:cNvSpPr/>
          <p:nvPr/>
        </p:nvSpPr>
        <p:spPr bwMode="auto">
          <a:xfrm rot="0" flipH="0" flipV="0">
            <a:off x="7518399" y="4851398"/>
            <a:ext cx="609599" cy="1219199"/>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1883759539" name="comment_3"/>
          <p:cNvSpPr/>
          <p:nvPr/>
        </p:nvSpPr>
        <p:spPr bwMode="auto">
          <a:xfrm rot="0" flipH="0" flipV="0">
            <a:off x="8127999" y="4851399"/>
            <a:ext cx="3657597" cy="12191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a:t>
            </a:r>
            <a:endParaRPr sz="1600">
              <a:solidFill>
                <a:schemeClr val="tx2"/>
              </a:solidFill>
            </a:endParaRPr>
          </a:p>
        </p:txBody>
      </p:sp>
      <p:sp>
        <p:nvSpPr>
          <p:cNvPr id="1983128677" name="symbol"/>
          <p:cNvSpPr txBox="1"/>
          <p:nvPr/>
        </p:nvSpPr>
        <p:spPr bwMode="auto">
          <a:xfrm rot="0" flipH="0" flipV="0">
            <a:off x="5689599" y="28194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margin</a:t>
            </a:r>
            <a:endParaRPr sz="1200" b="0">
              <a:solidFill>
                <a:schemeClr val="tx2"/>
              </a:solidFill>
            </a:endParaRPr>
          </a:p>
        </p:txBody>
      </p:sp>
      <p:sp>
        <p:nvSpPr>
          <p:cNvPr id="324863765" name="sector"/>
          <p:cNvSpPr txBox="1"/>
          <p:nvPr/>
        </p:nvSpPr>
        <p:spPr bwMode="auto">
          <a:xfrm rot="0" flipH="0" flipV="0">
            <a:off x="5689599" y="32258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margin</a:t>
            </a:r>
            <a:endParaRPr sz="1200" b="0">
              <a:solidFill>
                <a:schemeClr val="tx2"/>
              </a:solidFill>
            </a:endParaRPr>
          </a:p>
        </p:txBody>
      </p:sp>
      <p:sp>
        <p:nvSpPr>
          <p:cNvPr id="1999998772" name="market_cap"/>
          <p:cNvSpPr txBox="1"/>
          <p:nvPr/>
        </p:nvSpPr>
        <p:spPr bwMode="auto">
          <a:xfrm rot="0" flipH="0" flipV="0">
            <a:off x="5689599" y="40386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ROIC</a:t>
            </a:r>
            <a:endParaRPr sz="1200" b="0">
              <a:solidFill>
                <a:schemeClr val="tx2"/>
              </a:solidFill>
            </a:endParaRPr>
          </a:p>
        </p:txBody>
      </p:sp>
      <p:sp>
        <p:nvSpPr>
          <p:cNvPr id="798974197" name="earnings"/>
          <p:cNvSpPr txBox="1"/>
          <p:nvPr/>
        </p:nvSpPr>
        <p:spPr bwMode="auto">
          <a:xfrm rot="0" flipH="0" flipV="0">
            <a:off x="5689599" y="44450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D/C ratio</a:t>
            </a:r>
            <a:endParaRPr sz="1200" b="0">
              <a:solidFill>
                <a:schemeClr val="tx2"/>
              </a:solidFill>
            </a:endParaRPr>
          </a:p>
        </p:txBody>
      </p:sp>
      <p:sp>
        <p:nvSpPr>
          <p:cNvPr id="2078183806" name="stock_price"/>
          <p:cNvSpPr txBox="1"/>
          <p:nvPr/>
        </p:nvSpPr>
        <p:spPr bwMode="auto">
          <a:xfrm rot="0" flipH="0" flipV="0">
            <a:off x="5689599" y="48514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 of revenue</a:t>
            </a:r>
            <a:endParaRPr sz="1200" b="0">
              <a:solidFill>
                <a:schemeClr val="tx2"/>
              </a:solidFill>
            </a:endParaRPr>
          </a:p>
        </p:txBody>
      </p:sp>
      <p:sp>
        <p:nvSpPr>
          <p:cNvPr id="1531127550" name="analyst_rating"/>
          <p:cNvSpPr txBox="1"/>
          <p:nvPr/>
        </p:nvSpPr>
        <p:spPr bwMode="auto">
          <a:xfrm rot="0" flipH="0" flipV="0">
            <a:off x="5689599" y="52578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 of revenue</a:t>
            </a:r>
            <a:endParaRPr sz="1200" b="0">
              <a:solidFill>
                <a:schemeClr val="tx2"/>
              </a:solidFill>
            </a:endParaRPr>
          </a:p>
        </p:txBody>
      </p:sp>
      <p:sp>
        <p:nvSpPr>
          <p:cNvPr id="1342038714" name="industry"/>
          <p:cNvSpPr txBox="1"/>
          <p:nvPr/>
        </p:nvSpPr>
        <p:spPr bwMode="auto">
          <a:xfrm rot="0" flipH="0" flipV="0">
            <a:off x="5689599" y="3632201"/>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margin</a:t>
            </a:r>
            <a:endParaRPr sz="1200" b="0">
              <a:solidFill>
                <a:schemeClr val="tx2"/>
              </a:solidFill>
            </a:endParaRPr>
          </a:p>
        </p:txBody>
      </p:sp>
      <p:sp>
        <p:nvSpPr>
          <p:cNvPr id="2057303460" name="name"/>
          <p:cNvSpPr txBox="1"/>
          <p:nvPr/>
        </p:nvSpPr>
        <p:spPr bwMode="auto">
          <a:xfrm rot="0" flipH="0" flipV="0">
            <a:off x="5689599" y="24130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growth</a:t>
            </a:r>
            <a:endParaRPr sz="1200" b="0">
              <a:solidFill>
                <a:schemeClr val="tx2"/>
              </a:solidFill>
            </a:endParaRPr>
          </a:p>
        </p:txBody>
      </p:sp>
      <p:sp>
        <p:nvSpPr>
          <p:cNvPr id="1053024990" name="beta"/>
          <p:cNvSpPr txBox="1"/>
          <p:nvPr/>
        </p:nvSpPr>
        <p:spPr bwMode="auto">
          <a:xfrm rot="0" flipH="0" flipV="0">
            <a:off x="5689599" y="5664201"/>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growth</a:t>
            </a:r>
            <a:endParaRPr sz="1200" b="0">
              <a:solidFill>
                <a:schemeClr val="tx2"/>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408958" name="Title 1"/>
          <p:cNvSpPr>
            <a:spLocks noGrp="1"/>
          </p:cNvSpPr>
          <p:nvPr>
            <p:ph type="title"/>
          </p:nvPr>
        </p:nvSpPr>
        <p:spPr bwMode="auto"/>
        <p:txBody>
          <a:bodyPr/>
          <a:lstStyle/>
          <a:p>
            <a:pPr>
              <a:defRPr/>
            </a:pPr>
            <a:r>
              <a:rPr lang="it-IT" sz="2400" b="1" i="0" u="none" strike="noStrike" cap="none" spc="0">
                <a:solidFill>
                  <a:schemeClr val="accent2"/>
                </a:solidFill>
                <a:latin typeface="Arial"/>
                <a:ea typeface="Arial"/>
                <a:cs typeface="Arial"/>
              </a:rPr>
              <a:t>{company_name}</a:t>
            </a:r>
            <a:r>
              <a:rPr lang="it-IT" sz="2400" b="1" i="0" u="none" strike="noStrike" cap="none" spc="0">
                <a:solidFill>
                  <a:schemeClr val="accent2"/>
                </a:solidFill>
                <a:latin typeface="Arial"/>
                <a:ea typeface="Arial"/>
                <a:cs typeface="Arial"/>
              </a:rPr>
              <a:t> </a:t>
            </a:r>
            <a:r>
              <a:rPr lang="it-IT" sz="2400" b="1" i="0" u="none" strike="noStrike" cap="none" spc="0">
                <a:solidFill>
                  <a:schemeClr val="tx2"/>
                </a:solidFill>
                <a:latin typeface="+mj-lt"/>
                <a:ea typeface="+mj-ea"/>
                <a:cs typeface="+mj-cs"/>
              </a:rPr>
              <a:t>| Current news</a:t>
            </a:r>
            <a:endParaRPr sz="2400"/>
          </a:p>
        </p:txBody>
      </p:sp>
      <p:sp>
        <p:nvSpPr>
          <p:cNvPr id="1272178194" name="Footer Placeholder 4"/>
          <p:cNvSpPr>
            <a:spLocks noGrp="1"/>
          </p:cNvSpPr>
          <p:nvPr>
            <p:ph type="ftr" sz="quarter" idx="3"/>
          </p:nvPr>
        </p:nvSpPr>
        <p:spPr bwMode="auto">
          <a:prstGeom prst="rect">
            <a:avLst/>
          </a:prstGeom>
        </p:spPr>
        <p:txBody>
          <a:bodyPr/>
          <a:lstStyle/>
          <a:p>
            <a:pPr>
              <a:defRPr/>
            </a:pPr>
            <a:r>
              <a:rPr/>
              <a:t>Source</a:t>
            </a:r>
            <a:r>
              <a:rPr lang="it-IT"/>
              <a:t>: Yahoo Finance, Mistral</a:t>
            </a:r>
            <a:endParaRPr/>
          </a:p>
        </p:txBody>
      </p:sp>
      <p:sp>
        <p:nvSpPr>
          <p:cNvPr id="1268406761" name="Slide Number Placeholder 5"/>
          <p:cNvSpPr>
            <a:spLocks noGrp="1"/>
          </p:cNvSpPr>
          <p:nvPr>
            <p:ph type="sldNum" sz="quarter" idx="4"/>
          </p:nvPr>
        </p:nvSpPr>
        <p:spPr bwMode="auto">
          <a:prstGeom prst="rect">
            <a:avLst/>
          </a:prstGeom>
        </p:spPr>
        <p:txBody>
          <a:bodyPr/>
          <a:lstStyle/>
          <a:p>
            <a:pPr>
              <a:defRPr/>
            </a:pPr>
            <a:fld id="{C9D403B2-8D87-49D1-E5D5-9F7B42A8873D}" type="slidenum">
              <a:rPr lang="en-US"/>
              <a:t>4</a:t>
            </a:fld>
            <a:endParaRPr lang="en-US"/>
          </a:p>
        </p:txBody>
      </p:sp>
      <p:cxnSp>
        <p:nvCxnSpPr>
          <p:cNvPr id="262420538" name=""/>
          <p:cNvCxnSpPr/>
          <p:nvPr/>
        </p:nvCxnSpPr>
        <p:spPr bwMode="auto">
          <a:xfrm flipH="0" flipV="0">
            <a:off x="406397" y="1803397"/>
            <a:ext cx="113791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19062794" name=""/>
          <p:cNvSpPr txBox="1"/>
          <p:nvPr/>
        </p:nvSpPr>
        <p:spPr bwMode="auto">
          <a:xfrm rot="0" flipH="0" flipV="0">
            <a:off x="406397" y="1396998"/>
            <a:ext cx="113791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2"/>
                </a:solidFill>
              </a:rPr>
              <a:t>Top 3 topics in current news</a:t>
            </a:r>
            <a:endParaRPr b="1">
              <a:solidFill>
                <a:schemeClr val="tx2"/>
              </a:solidFill>
            </a:endParaRPr>
          </a:p>
        </p:txBody>
      </p:sp>
      <p:cxnSp>
        <p:nvCxnSpPr>
          <p:cNvPr id="1761703532" name=""/>
          <p:cNvCxnSpPr/>
          <p:nvPr/>
        </p:nvCxnSpPr>
        <p:spPr bwMode="auto">
          <a:xfrm flipH="0" flipV="0">
            <a:off x="406399" y="1803074"/>
            <a:ext cx="7241300" cy="319"/>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7818953" name="news_name_1"/>
          <p:cNvSpPr/>
          <p:nvPr/>
        </p:nvSpPr>
        <p:spPr bwMode="auto">
          <a:xfrm rot="0" flipH="0" flipV="0">
            <a:off x="406399" y="2006599"/>
            <a:ext cx="3454399" cy="1016000"/>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lt1"/>
                </a:solidFill>
                <a:latin typeface="Arial"/>
                <a:ea typeface="Arial"/>
                <a:cs typeface="Arial"/>
              </a:rPr>
              <a:t>Lorem ipsum dolor sit amet</a:t>
            </a:r>
            <a:endParaRPr/>
          </a:p>
        </p:txBody>
      </p:sp>
      <p:sp>
        <p:nvSpPr>
          <p:cNvPr id="852312331" name="news_1"/>
          <p:cNvSpPr/>
          <p:nvPr/>
        </p:nvSpPr>
        <p:spPr bwMode="auto">
          <a:xfrm rot="0" flipH="0" flipV="0">
            <a:off x="406399" y="3022599"/>
            <a:ext cx="3454399" cy="30479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2"/>
              </a:solidFill>
            </a:endParaRPr>
          </a:p>
        </p:txBody>
      </p:sp>
      <p:sp>
        <p:nvSpPr>
          <p:cNvPr id="1175610084" name="news_name_2"/>
          <p:cNvSpPr/>
          <p:nvPr/>
        </p:nvSpPr>
        <p:spPr bwMode="auto">
          <a:xfrm rot="0" flipH="0" flipV="0">
            <a:off x="4267199" y="2006599"/>
            <a:ext cx="3657599" cy="1016000"/>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lt1"/>
                </a:solidFill>
                <a:latin typeface="Arial"/>
                <a:ea typeface="Arial"/>
                <a:cs typeface="Arial"/>
              </a:rPr>
              <a:t>Lorem ipsum dolor sit amet</a:t>
            </a:r>
            <a:endParaRPr/>
          </a:p>
        </p:txBody>
      </p:sp>
      <p:sp>
        <p:nvSpPr>
          <p:cNvPr id="1795734628" name="news_2"/>
          <p:cNvSpPr/>
          <p:nvPr/>
        </p:nvSpPr>
        <p:spPr bwMode="auto">
          <a:xfrm rot="0" flipH="0" flipV="0">
            <a:off x="4267199" y="3022599"/>
            <a:ext cx="3657600" cy="30479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defRPr/>
            </a:pPr>
            <a:r>
              <a:rPr lang="it-IT" sz="1600" b="0" i="0" u="none" strike="noStrike" cap="none" spc="0">
                <a:solidFill>
                  <a:schemeClr val="tx2"/>
                </a:solidFill>
                <a:latin typeface="Arial"/>
                <a:ea typeface="Arial"/>
                <a:cs typeface="Arial"/>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a:p>
        </p:txBody>
      </p:sp>
      <p:sp>
        <p:nvSpPr>
          <p:cNvPr id="1822665920" name="news_name_3"/>
          <p:cNvSpPr/>
          <p:nvPr/>
        </p:nvSpPr>
        <p:spPr bwMode="auto">
          <a:xfrm rot="0" flipH="0" flipV="0">
            <a:off x="8331199" y="2006599"/>
            <a:ext cx="3454399" cy="1016000"/>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lt1"/>
                </a:solidFill>
                <a:latin typeface="Arial"/>
                <a:ea typeface="Arial"/>
                <a:cs typeface="Arial"/>
              </a:rPr>
              <a:t>Lorem ipsum dolor sit amet</a:t>
            </a:r>
            <a:endParaRPr/>
          </a:p>
        </p:txBody>
      </p:sp>
      <p:sp>
        <p:nvSpPr>
          <p:cNvPr id="901644133" name="news_3"/>
          <p:cNvSpPr/>
          <p:nvPr/>
        </p:nvSpPr>
        <p:spPr bwMode="auto">
          <a:xfrm rot="0" flipH="0" flipV="0">
            <a:off x="8331199" y="3022599"/>
            <a:ext cx="3454399" cy="30479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2"/>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5</Slides>
  <Notes>5</Notes>
  <HiddenSlides>0</HiddenSlides>
  <MMClips>2</MMClips>
  <ScaleCrop>0</ScaleCrop>
  <HeadingPairs>
    <vt:vector size="4" baseType="variant">
      <vt:variant>
        <vt:lpstr>Theme</vt:lpstr>
      </vt:variant>
      <vt:variant>
        <vt:i4>1</vt:i4>
      </vt:variant>
      <vt:variant>
        <vt:lpstr>Slide Titles</vt:lpstr>
      </vt:variant>
      <vt:variant>
        <vt:i4>5</vt:i4>
      </vt:variant>
    </vt:vector>
  </HeadingPairs>
  <TitlesOfParts>
    <vt:vector size="6" baseType="lpstr">
      <vt:lpstr>Theme 1</vt:lpstr>
      <vt:lpstr>Slide 1</vt:lpstr>
      <vt:lpstr>Slide 2</vt:lpstr>
      <vt:lpstr>Slide 3</vt:lpstr>
      <vt:lpstr>Slide 4</vt:lpstr>
      <vt:lpstr>Slide 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31</cp:revision>
  <dcterms:modified xsi:type="dcterms:W3CDTF">2026-07-30T10:51:16Z</dcterms:modified>
</cp:coreProperties>
</file>