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slideLayouts/slideLayout2.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showSpecialPlsOnTitleSld="0">
  <p:sldMasterIdLst>
    <p:sldMasterId id="2147483648" r:id="rId1"/>
  </p:sldMasterIdLst>
  <p:notesMasterIdLst>
    <p:notesMasterId r:id="rId9"/>
  </p:notesMasterIdLst>
  <p:sldIdLst>
    <p:sldId id="256" r:id="rId4"/>
    <p:sldId id="257" r:id="rId5"/>
    <p:sldId id="258" r:id="rId6"/>
    <p:sldId id="259" r:id="rId7"/>
    <p:sldId id="260" r:id="rId8"/>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1">
      <p:cViewPr varScale="1">
        <p:scale>
          <a:sx n="100" d="100"/>
          <a:sy n="100" d="100"/>
        </p:scale>
        <p:origin x="378" y="90"/>
      </p:cViewPr>
      <p:guideLst>
        <p:guide pos="3840"/>
        <p:guide pos="2160" orient="horz"/>
      </p:guideLst>
    </p:cSldViewPr>
  </p:slideViewPr>
  <p:gridSpacing cx="203200" cy="203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notesMaster" Target="notesMasters/notesMaster1.xml"/><Relationship Id="rId10" Type="http://schemas.openxmlformats.org/officeDocument/2006/relationships/presProps" Target="presProps.xml" /><Relationship Id="rId11" Type="http://schemas.openxmlformats.org/officeDocument/2006/relationships/tableStyles" Target="tableStyles.xml" /><Relationship Id="rId1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359389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89269456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55964301"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1610072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9183522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97866379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hf dt="0" ftr="0" hdr="0" sldNum="1"/>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807648" name="Slide Image Placeholder 1"/>
          <p:cNvSpPr>
            <a:spLocks noChangeAspect="1" noGrp="1" noRot="1"/>
          </p:cNvSpPr>
          <p:nvPr>
            <p:ph type="sldImg"/>
          </p:nvPr>
        </p:nvSpPr>
        <p:spPr bwMode="auto">
          <a:xfrm>
            <a:off x="685800" y="1143000"/>
            <a:ext cx="5486400" cy="3086100"/>
          </a:xfrm>
        </p:spPr>
      </p:sp>
      <p:sp>
        <p:nvSpPr>
          <p:cNvPr id="1192272784" name="Notes Placeholder 2"/>
          <p:cNvSpPr>
            <a:spLocks noGrp="1"/>
          </p:cNvSpPr>
          <p:nvPr>
            <p:ph type="body" idx="1"/>
          </p:nvPr>
        </p:nvSpPr>
        <p:spPr bwMode="auto"/>
        <p:txBody>
          <a:bodyPr/>
          <a:lstStyle/>
          <a:p>
            <a:pPr>
              <a:defRPr/>
            </a:pPr>
            <a:endParaRPr lang="en-US">
              <a:latin typeface="Arial"/>
              <a:cs typeface="Arial"/>
            </a:endParaRPr>
          </a:p>
        </p:txBody>
      </p:sp>
      <p:sp>
        <p:nvSpPr>
          <p:cNvPr id="342950881"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7395676" name="Slide Image Placeholder 1"/>
          <p:cNvSpPr>
            <a:spLocks noChangeAspect="1" noGrp="1" noRot="1"/>
          </p:cNvSpPr>
          <p:nvPr>
            <p:ph type="sldImg"/>
          </p:nvPr>
        </p:nvSpPr>
        <p:spPr bwMode="auto"/>
      </p:sp>
      <p:sp>
        <p:nvSpPr>
          <p:cNvPr id="1379254967" name="Notes Placeholder 2"/>
          <p:cNvSpPr>
            <a:spLocks noGrp="1"/>
          </p:cNvSpPr>
          <p:nvPr>
            <p:ph type="body" idx="1"/>
          </p:nvPr>
        </p:nvSpPr>
        <p:spPr bwMode="auto"/>
        <p:txBody>
          <a:bodyPr/>
          <a:lstStyle/>
          <a:p>
            <a:pPr>
              <a:defRPr/>
            </a:pPr>
            <a:endParaRPr/>
          </a:p>
        </p:txBody>
      </p:sp>
      <p:sp>
        <p:nvSpPr>
          <p:cNvPr id="731807742" name="Slide Number Placeholder 3"/>
          <p:cNvSpPr>
            <a:spLocks noGrp="1"/>
          </p:cNvSpPr>
          <p:nvPr>
            <p:ph type="sldNum" sz="quarter" idx="10"/>
          </p:nvPr>
        </p:nvSpPr>
        <p:spPr bwMode="auto"/>
        <p:txBody>
          <a:bodyPr/>
          <a:lstStyle/>
          <a:p>
            <a:pPr>
              <a:defRPr/>
            </a:pPr>
            <a:fld id="{9182EF0A-A771-ECF1-0FFC-8586B359D997}"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765881" name="Slide Image Placeholder 1"/>
          <p:cNvSpPr>
            <a:spLocks noChangeAspect="1" noGrp="1" noRot="1"/>
          </p:cNvSpPr>
          <p:nvPr>
            <p:ph type="sldImg"/>
          </p:nvPr>
        </p:nvSpPr>
        <p:spPr bwMode="auto"/>
      </p:sp>
      <p:sp>
        <p:nvSpPr>
          <p:cNvPr id="956551937" name="Notes Placeholder 2"/>
          <p:cNvSpPr>
            <a:spLocks noGrp="1"/>
          </p:cNvSpPr>
          <p:nvPr>
            <p:ph type="body" idx="1"/>
          </p:nvPr>
        </p:nvSpPr>
        <p:spPr bwMode="auto"/>
        <p:txBody>
          <a:bodyPr/>
          <a:lstStyle/>
          <a:p>
            <a:pPr>
              <a:defRPr/>
            </a:pPr>
            <a:endParaRPr/>
          </a:p>
        </p:txBody>
      </p:sp>
      <p:sp>
        <p:nvSpPr>
          <p:cNvPr id="854612861" name="Slide Number Placeholder 3"/>
          <p:cNvSpPr>
            <a:spLocks noGrp="1"/>
          </p:cNvSpPr>
          <p:nvPr>
            <p:ph type="sldNum" sz="quarter" idx="10"/>
          </p:nvPr>
        </p:nvSpPr>
        <p:spPr bwMode="auto"/>
        <p:txBody>
          <a:bodyPr/>
          <a:lstStyle/>
          <a:p>
            <a:pPr>
              <a:defRPr/>
            </a:pPr>
            <a:fld id="{A9FDA3FF-A8CC-A44C-6F82-C6C2382F685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052958" name="Slide Image Placeholder 1"/>
          <p:cNvSpPr>
            <a:spLocks noChangeAspect="1" noGrp="1" noRot="1"/>
          </p:cNvSpPr>
          <p:nvPr>
            <p:ph type="sldImg"/>
          </p:nvPr>
        </p:nvSpPr>
        <p:spPr bwMode="auto"/>
      </p:sp>
      <p:sp>
        <p:nvSpPr>
          <p:cNvPr id="397380033" name="Notes Placeholder 2"/>
          <p:cNvSpPr>
            <a:spLocks noGrp="1"/>
          </p:cNvSpPr>
          <p:nvPr>
            <p:ph type="body" idx="1"/>
          </p:nvPr>
        </p:nvSpPr>
        <p:spPr bwMode="auto"/>
        <p:txBody>
          <a:bodyPr/>
          <a:lstStyle/>
          <a:p>
            <a:pPr>
              <a:defRPr/>
            </a:pPr>
            <a:endParaRPr/>
          </a:p>
        </p:txBody>
      </p:sp>
      <p:sp>
        <p:nvSpPr>
          <p:cNvPr id="1704994492" name="Slide Number Placeholder 3"/>
          <p:cNvSpPr>
            <a:spLocks noGrp="1"/>
          </p:cNvSpPr>
          <p:nvPr>
            <p:ph type="sldNum" sz="quarter" idx="10"/>
          </p:nvPr>
        </p:nvSpPr>
        <p:spPr bwMode="auto"/>
        <p:txBody>
          <a:bodyPr/>
          <a:lstStyle/>
          <a:p>
            <a:pPr>
              <a:defRPr/>
            </a:pPr>
            <a:fld id="{2C79BD58-2C2A-2DD2-AD6D-7237FB36A47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7412697" name="Slide Image Placeholder 1"/>
          <p:cNvSpPr>
            <a:spLocks noChangeAspect="1" noGrp="1" noRot="1"/>
          </p:cNvSpPr>
          <p:nvPr>
            <p:ph type="sldImg"/>
          </p:nvPr>
        </p:nvSpPr>
        <p:spPr bwMode="auto"/>
      </p:sp>
      <p:sp>
        <p:nvSpPr>
          <p:cNvPr id="470450832" name="Notes Placeholder 2"/>
          <p:cNvSpPr>
            <a:spLocks noGrp="1"/>
          </p:cNvSpPr>
          <p:nvPr>
            <p:ph type="body" idx="1"/>
          </p:nvPr>
        </p:nvSpPr>
        <p:spPr bwMode="auto"/>
        <p:txBody>
          <a:bodyPr/>
          <a:lstStyle/>
          <a:p>
            <a:pPr>
              <a:defRPr/>
            </a:pPr>
            <a:endParaRPr/>
          </a:p>
        </p:txBody>
      </p:sp>
      <p:sp>
        <p:nvSpPr>
          <p:cNvPr id="213769102" name="Slide Number Placeholder 3"/>
          <p:cNvSpPr>
            <a:spLocks noGrp="1"/>
          </p:cNvSpPr>
          <p:nvPr>
            <p:ph type="sldNum" sz="quarter" idx="10"/>
          </p:nvPr>
        </p:nvSpPr>
        <p:spPr bwMode="auto"/>
        <p:txBody>
          <a:bodyPr/>
          <a:lstStyle/>
          <a:p>
            <a:pPr>
              <a:defRPr/>
            </a:pPr>
            <a:fld id="{11ADC0F5-3AD5-6105-20E7-E3714E5B283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bg>
      <p:bgPr shadeToTitle="0">
        <a:gradFill>
          <a:gsLst>
            <a:gs pos="0">
              <a:schemeClr val="bg1"/>
            </a:gs>
            <a:gs pos="100000">
              <a:schemeClr val="bg1">
                <a:lumMod val="85000"/>
              </a:schemeClr>
            </a:gs>
          </a:gsLst>
          <a:lin ang="2700000" scaled="1"/>
        </a:gradFill>
      </p:bgPr>
    </p:bg>
    <p:spTree>
      <p:nvGrpSpPr>
        <p:cNvPr id="1" name=""/>
        <p:cNvGrpSpPr/>
        <p:nvPr/>
      </p:nvGrpSpPr>
      <p:grpSpPr bwMode="auto">
        <a:xfrm>
          <a:off x="0" y="0"/>
          <a:ext cx="0" cy="0"/>
          <a:chOff x="0" y="0"/>
          <a:chExt cx="0" cy="0"/>
        </a:xfrm>
      </p:grpSpPr>
      <p:sp>
        <p:nvSpPr>
          <p:cNvPr id="1048155354" name="Rectangle 1245485961"/>
          <p:cNvSpPr/>
          <p:nvPr/>
        </p:nvSpPr>
        <p:spPr bwMode="auto">
          <a:xfrm rot="0" flipH="0" flipV="0">
            <a:off x="0" y="-25398"/>
            <a:ext cx="4063999" cy="6908797"/>
          </a:xfrm>
          <a:prstGeom prst="rect">
            <a:avLst/>
          </a:prstGeom>
          <a:gradFill>
            <a:gsLst>
              <a:gs pos="0">
                <a:schemeClr val="tx1"/>
              </a:gs>
              <a:gs pos="100000">
                <a:schemeClr val="tx1">
                  <a:lumMod val="65000"/>
                  <a:lumOff val="35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cxnSp>
        <p:nvCxnSpPr>
          <p:cNvPr id="1307799707" name=""/>
          <p:cNvCxnSpPr/>
          <p:nvPr/>
        </p:nvCxnSpPr>
        <p:spPr bwMode="auto">
          <a:xfrm flipH="0" flipV="0">
            <a:off x="4267197" y="3631860"/>
            <a:ext cx="6705597" cy="339"/>
          </a:xfrm>
          <a:prstGeom prst="line">
            <a:avLst/>
          </a:prstGeom>
          <a:ln w="381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04512434" name="Title 1"/>
          <p:cNvSpPr>
            <a:spLocks noGrp="1"/>
          </p:cNvSpPr>
          <p:nvPr>
            <p:ph type="ctrTitle"/>
          </p:nvPr>
        </p:nvSpPr>
        <p:spPr bwMode="auto">
          <a:xfrm flipH="0" flipV="0">
            <a:off x="4267197" y="1803399"/>
            <a:ext cx="6705597" cy="1625598"/>
          </a:xfrm>
        </p:spPr>
        <p:txBody>
          <a:bodyPr anchor="b"/>
          <a:lstStyle>
            <a:lvl1pPr algn="l">
              <a:defRPr sz="4800" b="1">
                <a:solidFill>
                  <a:schemeClr val="tx1"/>
                </a:solidFill>
                <a:latin typeface="Liberation Sans"/>
                <a:ea typeface="Liberation Sans"/>
                <a:cs typeface="Liberation Sans"/>
              </a:defRPr>
            </a:lvl1pPr>
            <a:lvl2pPr algn="l">
              <a:defRPr sz="4800" b="1">
                <a:solidFill>
                  <a:schemeClr val="tx1"/>
                </a:solidFill>
                <a:latin typeface="Liberation Sans"/>
                <a:ea typeface="Liberation Sans"/>
                <a:cs typeface="Liberation Sans"/>
              </a:defRPr>
            </a:lvl2pPr>
            <a:lvl3pPr algn="l">
              <a:defRPr sz="4800" b="1">
                <a:solidFill>
                  <a:schemeClr val="tx1"/>
                </a:solidFill>
                <a:latin typeface="Liberation Sans"/>
                <a:ea typeface="Liberation Sans"/>
                <a:cs typeface="Liberation Sans"/>
              </a:defRPr>
            </a:lvl3pPr>
            <a:lvl4pPr algn="l">
              <a:defRPr sz="4800" b="1">
                <a:solidFill>
                  <a:schemeClr val="tx1"/>
                </a:solidFill>
                <a:latin typeface="Liberation Sans"/>
                <a:ea typeface="Liberation Sans"/>
                <a:cs typeface="Liberation Sans"/>
              </a:defRPr>
            </a:lvl4pPr>
            <a:lvl5pPr algn="l">
              <a:defRPr sz="4800" b="1">
                <a:solidFill>
                  <a:schemeClr val="tx1"/>
                </a:solidFill>
                <a:latin typeface="Liberation Sans"/>
                <a:ea typeface="Liberation Sans"/>
                <a:cs typeface="Liberation Sans"/>
              </a:defRPr>
            </a:lvl5pPr>
            <a:lvl6pPr algn="l">
              <a:defRPr sz="4800" b="1">
                <a:solidFill>
                  <a:schemeClr val="tx1"/>
                </a:solidFill>
                <a:latin typeface="Liberation Sans"/>
                <a:ea typeface="Liberation Sans"/>
                <a:cs typeface="Liberation Sans"/>
              </a:defRPr>
            </a:lvl6pPr>
            <a:lvl7pPr algn="l">
              <a:defRPr sz="4800" b="1">
                <a:solidFill>
                  <a:schemeClr val="tx1"/>
                </a:solidFill>
                <a:latin typeface="Liberation Sans"/>
                <a:ea typeface="Liberation Sans"/>
                <a:cs typeface="Liberation Sans"/>
              </a:defRPr>
            </a:lvl7pPr>
            <a:lvl8pPr algn="l">
              <a:defRPr sz="4800" b="1">
                <a:solidFill>
                  <a:schemeClr val="tx1"/>
                </a:solidFill>
                <a:latin typeface="Liberation Sans"/>
                <a:ea typeface="Liberation Sans"/>
                <a:cs typeface="Liberation Sans"/>
              </a:defRPr>
            </a:lvl8pPr>
            <a:lvl9pPr algn="l">
              <a:defRPr sz="4800" b="1">
                <a:solidFill>
                  <a:schemeClr val="tx1"/>
                </a:solidFill>
                <a:latin typeface="Liberation Sans"/>
                <a:ea typeface="Liberation Sans"/>
                <a:cs typeface="Liberation Sans"/>
              </a:defRPr>
            </a:lvl9pPr>
          </a:lstStyle>
          <a:p>
            <a:pPr>
              <a:defRPr/>
            </a:pPr>
            <a:r>
              <a:rPr lang="en-US"/>
              <a:t>Click to edit Master title style</a:t>
            </a:r>
            <a:endParaRPr lang="en-US"/>
          </a:p>
        </p:txBody>
      </p:sp>
      <p:sp>
        <p:nvSpPr>
          <p:cNvPr id="245793783" name="Subtitle 2"/>
          <p:cNvSpPr>
            <a:spLocks noGrp="1"/>
          </p:cNvSpPr>
          <p:nvPr>
            <p:ph type="subTitle" idx="1"/>
          </p:nvPr>
        </p:nvSpPr>
        <p:spPr bwMode="auto">
          <a:xfrm flipH="0" flipV="0">
            <a:off x="4267197" y="3835397"/>
            <a:ext cx="6705597" cy="1625598"/>
          </a:xfrm>
        </p:spPr>
        <p:txBody>
          <a:bodyPr/>
          <a:lstStyle>
            <a:lvl1pPr marL="0" indent="0" algn="l">
              <a:buNone/>
              <a:defRPr sz="2800">
                <a:solidFill>
                  <a:schemeClr val="tx1"/>
                </a:solidFill>
                <a:latin typeface="Liberation Sans"/>
                <a:ea typeface="Liberation Sans"/>
                <a:cs typeface="Liberation Sans"/>
              </a:defRPr>
            </a:lvl1pPr>
            <a:lvl2pPr marL="457200" indent="0" algn="l">
              <a:buNone/>
              <a:defRPr sz="2800">
                <a:solidFill>
                  <a:schemeClr val="tx1"/>
                </a:solidFill>
                <a:latin typeface="Liberation Sans"/>
                <a:ea typeface="Liberation Sans"/>
                <a:cs typeface="Liberation Sans"/>
              </a:defRPr>
            </a:lvl2pPr>
            <a:lvl3pPr marL="914400" indent="0" algn="l">
              <a:buNone/>
              <a:defRPr sz="2800">
                <a:solidFill>
                  <a:schemeClr val="tx1"/>
                </a:solidFill>
                <a:latin typeface="Liberation Sans"/>
                <a:ea typeface="Liberation Sans"/>
                <a:cs typeface="Liberation Sans"/>
              </a:defRPr>
            </a:lvl3pPr>
            <a:lvl4pPr marL="1371600" indent="0" algn="l">
              <a:buNone/>
              <a:defRPr sz="2800">
                <a:solidFill>
                  <a:schemeClr val="tx1"/>
                </a:solidFill>
                <a:latin typeface="Liberation Sans"/>
                <a:ea typeface="Liberation Sans"/>
                <a:cs typeface="Liberation Sans"/>
              </a:defRPr>
            </a:lvl4pPr>
            <a:lvl5pPr marL="1828800" indent="0" algn="l">
              <a:buNone/>
              <a:defRPr sz="2800">
                <a:solidFill>
                  <a:schemeClr val="tx1"/>
                </a:solidFill>
                <a:latin typeface="Liberation Sans"/>
                <a:ea typeface="Liberation Sans"/>
                <a:cs typeface="Liberation Sans"/>
              </a:defRPr>
            </a:lvl5pPr>
            <a:lvl6pPr marL="2286000" indent="0" algn="l">
              <a:buNone/>
              <a:defRPr sz="2800">
                <a:solidFill>
                  <a:schemeClr val="tx1"/>
                </a:solidFill>
                <a:latin typeface="Liberation Sans"/>
                <a:ea typeface="Liberation Sans"/>
                <a:cs typeface="Liberation Sans"/>
              </a:defRPr>
            </a:lvl6pPr>
            <a:lvl7pPr marL="2743200" indent="0" algn="l">
              <a:buNone/>
              <a:defRPr sz="2800">
                <a:solidFill>
                  <a:schemeClr val="tx1"/>
                </a:solidFill>
                <a:latin typeface="Liberation Sans"/>
                <a:ea typeface="Liberation Sans"/>
                <a:cs typeface="Liberation Sans"/>
              </a:defRPr>
            </a:lvl7pPr>
            <a:lvl8pPr marL="3200400" indent="0" algn="l">
              <a:buNone/>
              <a:defRPr sz="2800">
                <a:solidFill>
                  <a:schemeClr val="tx1"/>
                </a:solidFill>
                <a:latin typeface="Liberation Sans"/>
                <a:ea typeface="Liberation Sans"/>
                <a:cs typeface="Liberation Sans"/>
              </a:defRPr>
            </a:lvl8pPr>
            <a:lvl9pPr marL="3657600" indent="0" algn="l">
              <a:buNone/>
              <a:defRPr sz="2800">
                <a:solidFill>
                  <a:schemeClr val="tx1"/>
                </a:solidFill>
                <a:latin typeface="Liberation Sans"/>
                <a:ea typeface="Liberation Sans"/>
                <a:cs typeface="Liberation Sans"/>
              </a:defRPr>
            </a:lvl9pPr>
          </a:lstStyle>
          <a:p>
            <a:pPr>
              <a:defRPr/>
            </a:pPr>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bg>
      <p:bgPr shadeToTitle="0">
        <a:solidFill>
          <a:schemeClr val="bg1"/>
        </a:solidFill>
      </p:bgPr>
    </p:bg>
    <p:spTree>
      <p:nvGrpSpPr>
        <p:cNvPr id="1" name=""/>
        <p:cNvGrpSpPr/>
        <p:nvPr/>
      </p:nvGrpSpPr>
      <p:grpSpPr bwMode="auto">
        <a:xfrm>
          <a:off x="0" y="0"/>
          <a:ext cx="0" cy="0"/>
          <a:chOff x="0" y="0"/>
          <a:chExt cx="0" cy="0"/>
        </a:xfrm>
      </p:grpSpPr>
      <p:sp>
        <p:nvSpPr>
          <p:cNvPr id="187451782" name="Title 1"/>
          <p:cNvSpPr>
            <a:spLocks noGrp="1"/>
          </p:cNvSpPr>
          <p:nvPr>
            <p:ph type="title"/>
          </p:nvPr>
        </p:nvSpPr>
        <p:spPr bwMode="auto">
          <a:xfrm flipH="0" flipV="0">
            <a:off x="406399" y="177798"/>
            <a:ext cx="11379199" cy="812799"/>
          </a:xfrm>
        </p:spPr>
        <p:txBody>
          <a:bodyPr vertOverflow="overflow" horzOverflow="overflow" vert="horz" wrap="square" lIns="91440" tIns="45720" rIns="91440" bIns="45720" numCol="1" spcCol="0" rtlCol="0" fromWordArt="0" anchor="ctr" anchorCtr="0" forceAA="0" upright="0" compatLnSpc="0">
            <a:normAutofit/>
          </a:bodyPr>
          <a:lstStyle>
            <a:lvl1pPr>
              <a:defRPr sz="2400" b="1">
                <a:solidFill>
                  <a:schemeClr val="tx1"/>
                </a:solidFill>
                <a:latin typeface="Liberation Sans"/>
                <a:ea typeface="Liberation Sans"/>
                <a:cs typeface="Liberation Sans"/>
              </a:defRPr>
            </a:lvl1pPr>
            <a:lvl2pPr>
              <a:defRPr sz="2400" b="1">
                <a:solidFill>
                  <a:schemeClr val="tx1"/>
                </a:solidFill>
                <a:latin typeface="Liberation Sans"/>
                <a:ea typeface="Liberation Sans"/>
                <a:cs typeface="Liberation Sans"/>
              </a:defRPr>
            </a:lvl2pPr>
            <a:lvl3pPr>
              <a:defRPr sz="2400" b="1">
                <a:solidFill>
                  <a:schemeClr val="tx1"/>
                </a:solidFill>
                <a:latin typeface="Liberation Sans"/>
                <a:ea typeface="Liberation Sans"/>
                <a:cs typeface="Liberation Sans"/>
              </a:defRPr>
            </a:lvl3pPr>
            <a:lvl4pPr>
              <a:defRPr sz="2400" b="1">
                <a:solidFill>
                  <a:schemeClr val="tx1"/>
                </a:solidFill>
                <a:latin typeface="Liberation Sans"/>
                <a:ea typeface="Liberation Sans"/>
                <a:cs typeface="Liberation Sans"/>
              </a:defRPr>
            </a:lvl4pPr>
            <a:lvl5pPr>
              <a:defRPr sz="2400" b="1">
                <a:solidFill>
                  <a:schemeClr val="tx1"/>
                </a:solidFill>
                <a:latin typeface="Liberation Sans"/>
                <a:ea typeface="Liberation Sans"/>
                <a:cs typeface="Liberation Sans"/>
              </a:defRPr>
            </a:lvl5pPr>
            <a:lvl6pPr>
              <a:defRPr sz="2400" b="1">
                <a:solidFill>
                  <a:schemeClr val="tx1"/>
                </a:solidFill>
                <a:latin typeface="Liberation Sans"/>
                <a:ea typeface="Liberation Sans"/>
                <a:cs typeface="Liberation Sans"/>
              </a:defRPr>
            </a:lvl6pPr>
            <a:lvl7pPr>
              <a:defRPr sz="2400" b="1">
                <a:solidFill>
                  <a:schemeClr val="tx1"/>
                </a:solidFill>
                <a:latin typeface="Liberation Sans"/>
                <a:ea typeface="Liberation Sans"/>
                <a:cs typeface="Liberation Sans"/>
              </a:defRPr>
            </a:lvl7pPr>
            <a:lvl8pPr>
              <a:defRPr sz="2400" b="1">
                <a:solidFill>
                  <a:schemeClr val="tx1"/>
                </a:solidFill>
                <a:latin typeface="Liberation Sans"/>
                <a:ea typeface="Liberation Sans"/>
                <a:cs typeface="Liberation Sans"/>
              </a:defRPr>
            </a:lvl8pPr>
            <a:lvl9pPr>
              <a:defRPr sz="2400" b="1">
                <a:solidFill>
                  <a:schemeClr val="tx1"/>
                </a:solidFill>
                <a:latin typeface="Liberation Sans"/>
                <a:ea typeface="Liberation Sans"/>
                <a:cs typeface="Liberation Sans"/>
              </a:defRPr>
            </a:lvl9pPr>
          </a:lstStyle>
          <a:p>
            <a:pPr>
              <a:defRPr/>
            </a:pPr>
            <a:r>
              <a:rPr lang="en-US"/>
              <a:t>Click to edit Master title style</a:t>
            </a:r>
            <a:endParaRPr lang="en-US"/>
          </a:p>
        </p:txBody>
      </p:sp>
      <p:cxnSp>
        <p:nvCxnSpPr>
          <p:cNvPr id="134335019" name=""/>
          <p:cNvCxnSpPr/>
          <p:nvPr/>
        </p:nvCxnSpPr>
        <p:spPr bwMode="auto">
          <a:xfrm flipH="0" flipV="0">
            <a:off x="406399" y="990599"/>
            <a:ext cx="11379199" cy="0"/>
          </a:xfrm>
          <a:prstGeom prst="line">
            <a:avLst/>
          </a:prstGeom>
          <a:ln w="190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18585496" name="Footer Placeholder 4"/>
          <p:cNvSpPr>
            <a:spLocks noGrp="1"/>
          </p:cNvSpPr>
          <p:nvPr>
            <p:ph type="ftr" sz="quarter" idx="3"/>
          </p:nvPr>
        </p:nvSpPr>
        <p:spPr bwMode="auto">
          <a:xfrm flipH="0" flipV="0">
            <a:off x="406399" y="6273799"/>
            <a:ext cx="9753599" cy="406399"/>
          </a:xfrm>
          <a:prstGeom prst="rect">
            <a:avLst/>
          </a:prstGeom>
        </p:spPr>
        <p:txBody>
          <a:bodyPr vertOverflow="overflow" horzOverflow="overflow" vert="horz" wrap="square" lIns="91440" tIns="45720" rIns="91440" bIns="45720" numCol="1" spcCol="0" rtlCol="0" fromWordArt="0" anchor="t" anchorCtr="0" forceAA="0" upright="0" compatLnSpc="0"/>
          <a:lstStyle>
            <a:lvl1pPr algn="l">
              <a:defRPr sz="1200">
                <a:solidFill>
                  <a:schemeClr val="tx1">
                    <a:lumMod val="65000"/>
                    <a:lumOff val="35000"/>
                  </a:schemeClr>
                </a:solidFill>
                <a:latin typeface="Liberation Sans"/>
                <a:ea typeface="Liberation Sans"/>
                <a:cs typeface="Liberation Sans"/>
              </a:defRPr>
            </a:lvl1pPr>
            <a:lvl2pPr algn="l">
              <a:defRPr>
                <a:solidFill>
                  <a:schemeClr val="tx1">
                    <a:lumMod val="65000"/>
                    <a:lumOff val="35000"/>
                  </a:schemeClr>
                </a:solidFill>
                <a:latin typeface="Liberation Sans"/>
                <a:ea typeface="Liberation Sans"/>
                <a:cs typeface="Liberation Sans"/>
              </a:defRPr>
            </a:lvl2pPr>
            <a:lvl3pPr algn="l">
              <a:defRPr>
                <a:solidFill>
                  <a:schemeClr val="tx1">
                    <a:lumMod val="65000"/>
                    <a:lumOff val="35000"/>
                  </a:schemeClr>
                </a:solidFill>
                <a:latin typeface="Liberation Sans"/>
                <a:ea typeface="Liberation Sans"/>
                <a:cs typeface="Liberation Sans"/>
              </a:defRPr>
            </a:lvl3pPr>
            <a:lvl4pPr algn="l">
              <a:defRPr>
                <a:solidFill>
                  <a:schemeClr val="tx1">
                    <a:lumMod val="65000"/>
                    <a:lumOff val="35000"/>
                  </a:schemeClr>
                </a:solidFill>
                <a:latin typeface="Liberation Sans"/>
                <a:ea typeface="Liberation Sans"/>
                <a:cs typeface="Liberation Sans"/>
              </a:defRPr>
            </a:lvl4pPr>
            <a:lvl5pPr algn="l">
              <a:defRPr>
                <a:solidFill>
                  <a:schemeClr val="tx1">
                    <a:lumMod val="65000"/>
                    <a:lumOff val="35000"/>
                  </a:schemeClr>
                </a:solidFill>
                <a:latin typeface="Liberation Sans"/>
                <a:ea typeface="Liberation Sans"/>
                <a:cs typeface="Liberation Sans"/>
              </a:defRPr>
            </a:lvl5pPr>
            <a:lvl6pPr algn="l">
              <a:defRPr>
                <a:solidFill>
                  <a:schemeClr val="tx1">
                    <a:lumMod val="65000"/>
                    <a:lumOff val="35000"/>
                  </a:schemeClr>
                </a:solidFill>
                <a:latin typeface="Liberation Sans"/>
                <a:ea typeface="Liberation Sans"/>
                <a:cs typeface="Liberation Sans"/>
              </a:defRPr>
            </a:lvl6pPr>
            <a:lvl7pPr algn="l">
              <a:defRPr>
                <a:solidFill>
                  <a:schemeClr val="tx1">
                    <a:lumMod val="65000"/>
                    <a:lumOff val="35000"/>
                  </a:schemeClr>
                </a:solidFill>
                <a:latin typeface="Liberation Sans"/>
                <a:ea typeface="Liberation Sans"/>
                <a:cs typeface="Liberation Sans"/>
              </a:defRPr>
            </a:lvl7pPr>
            <a:lvl8pPr algn="l">
              <a:defRPr>
                <a:solidFill>
                  <a:schemeClr val="tx1">
                    <a:lumMod val="65000"/>
                    <a:lumOff val="35000"/>
                  </a:schemeClr>
                </a:solidFill>
                <a:latin typeface="Liberation Sans"/>
                <a:ea typeface="Liberation Sans"/>
                <a:cs typeface="Liberation Sans"/>
              </a:defRPr>
            </a:lvl8pPr>
            <a:lvl9pPr algn="l">
              <a:defRPr>
                <a:solidFill>
                  <a:schemeClr val="tx1">
                    <a:lumMod val="65000"/>
                    <a:lumOff val="35000"/>
                  </a:schemeClr>
                </a:solidFill>
                <a:latin typeface="Liberation Sans"/>
                <a:ea typeface="Liberation Sans"/>
                <a:cs typeface="Liberation Sans"/>
              </a:defRPr>
            </a:lvl9pPr>
          </a:lstStyle>
          <a:p>
            <a:pPr>
              <a:defRPr/>
            </a:pPr>
            <a:r>
              <a:rPr/>
              <a:t>Source</a:t>
            </a:r>
            <a:endParaRPr/>
          </a:p>
        </p:txBody>
      </p:sp>
      <p:sp>
        <p:nvSpPr>
          <p:cNvPr id="1415138488" name="Slide Number Placeholder 5"/>
          <p:cNvSpPr>
            <a:spLocks noGrp="1"/>
          </p:cNvSpPr>
          <p:nvPr>
            <p:ph type="sldNum" sz="quarter" idx="4"/>
          </p:nvPr>
        </p:nvSpPr>
        <p:spPr bwMode="auto">
          <a:xfrm flipH="0" flipV="0">
            <a:off x="10159999" y="6273799"/>
            <a:ext cx="1625598" cy="406399"/>
          </a:xfrm>
          <a:prstGeom prst="rect">
            <a:avLst/>
          </a:prstGeom>
        </p:spPr>
        <p:txBody>
          <a:bodyPr vertOverflow="overflow" horzOverflow="overflow" vert="horz" wrap="square" lIns="91440" tIns="45720" rIns="91440" bIns="45720" numCol="1" spcCol="0" rtlCol="0" fromWordArt="0" anchor="t" anchorCtr="0" forceAA="0" upright="0" compatLnSpc="0"/>
          <a:lstStyle>
            <a:lvl1pPr algn="r">
              <a:defRPr sz="1200">
                <a:solidFill>
                  <a:schemeClr val="tx1">
                    <a:lumMod val="65000"/>
                    <a:lumOff val="35000"/>
                  </a:schemeClr>
                </a:solidFill>
                <a:latin typeface="Liberation Sans"/>
                <a:ea typeface="Liberation Sans"/>
                <a:cs typeface="Liberation Sans"/>
              </a:defRPr>
            </a:lvl1pPr>
            <a:lvl2pPr>
              <a:defRPr>
                <a:solidFill>
                  <a:schemeClr val="tx1">
                    <a:lumMod val="65000"/>
                    <a:lumOff val="35000"/>
                  </a:schemeClr>
                </a:solidFill>
                <a:latin typeface="Liberation Sans"/>
                <a:ea typeface="Liberation Sans"/>
                <a:cs typeface="Liberation Sans"/>
              </a:defRPr>
            </a:lvl2pPr>
            <a:lvl3pPr>
              <a:defRPr>
                <a:solidFill>
                  <a:schemeClr val="tx1">
                    <a:lumMod val="65000"/>
                    <a:lumOff val="35000"/>
                  </a:schemeClr>
                </a:solidFill>
                <a:latin typeface="Liberation Sans"/>
                <a:ea typeface="Liberation Sans"/>
                <a:cs typeface="Liberation Sans"/>
              </a:defRPr>
            </a:lvl3pPr>
            <a:lvl4pPr>
              <a:defRPr>
                <a:solidFill>
                  <a:schemeClr val="tx1">
                    <a:lumMod val="65000"/>
                    <a:lumOff val="35000"/>
                  </a:schemeClr>
                </a:solidFill>
                <a:latin typeface="Liberation Sans"/>
                <a:ea typeface="Liberation Sans"/>
                <a:cs typeface="Liberation Sans"/>
              </a:defRPr>
            </a:lvl4pPr>
            <a:lvl5pPr>
              <a:defRPr>
                <a:solidFill>
                  <a:schemeClr val="tx1">
                    <a:lumMod val="65000"/>
                    <a:lumOff val="35000"/>
                  </a:schemeClr>
                </a:solidFill>
                <a:latin typeface="Liberation Sans"/>
                <a:ea typeface="Liberation Sans"/>
                <a:cs typeface="Liberation Sans"/>
              </a:defRPr>
            </a:lvl5pPr>
            <a:lvl6pPr>
              <a:defRPr>
                <a:solidFill>
                  <a:schemeClr val="tx1">
                    <a:lumMod val="65000"/>
                    <a:lumOff val="35000"/>
                  </a:schemeClr>
                </a:solidFill>
                <a:latin typeface="Liberation Sans"/>
                <a:ea typeface="Liberation Sans"/>
                <a:cs typeface="Liberation Sans"/>
              </a:defRPr>
            </a:lvl6pPr>
            <a:lvl7pPr>
              <a:defRPr>
                <a:solidFill>
                  <a:schemeClr val="tx1">
                    <a:lumMod val="65000"/>
                    <a:lumOff val="35000"/>
                  </a:schemeClr>
                </a:solidFill>
                <a:latin typeface="Liberation Sans"/>
                <a:ea typeface="Liberation Sans"/>
                <a:cs typeface="Liberation Sans"/>
              </a:defRPr>
            </a:lvl7pPr>
            <a:lvl8pPr>
              <a:defRPr>
                <a:solidFill>
                  <a:schemeClr val="tx1">
                    <a:lumMod val="65000"/>
                    <a:lumOff val="35000"/>
                  </a:schemeClr>
                </a:solidFill>
                <a:latin typeface="Liberation Sans"/>
                <a:ea typeface="Liberation Sans"/>
                <a:cs typeface="Liberation Sans"/>
              </a:defRPr>
            </a:lvl8pPr>
            <a:lvl9pPr>
              <a:defRPr>
                <a:solidFill>
                  <a:schemeClr val="tx1">
                    <a:lumMod val="65000"/>
                    <a:lumOff val="35000"/>
                  </a:schemeClr>
                </a:solidFill>
                <a:latin typeface="Liberation Sans"/>
                <a:ea typeface="Liberation Sans"/>
                <a:cs typeface="Liberation Sans"/>
              </a:defRPr>
            </a:lvl9pPr>
          </a:lstStyle>
          <a:p>
            <a:pPr>
              <a:defRPr/>
            </a:pPr>
            <a:fld id="{AEDD7464-98B3-EF0F-F850-7E06DF1F04D8}" type="slidenum">
              <a:rPr lang="en-US"/>
              <a:t>&lt;#&gt;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bg>
      <p:bgPr shadeToTitle="0">
        <a:solidFill>
          <a:schemeClr val="bg1"/>
        </a:solidFill>
      </p:bgPr>
    </p:bg>
    <p:spTree>
      <p:nvGrpSpPr>
        <p:cNvPr id="1" name=""/>
        <p:cNvGrpSpPr/>
        <p:nvPr/>
      </p:nvGrpSpPr>
      <p:grpSpPr bwMode="auto">
        <a:xfrm>
          <a:off x="0" y="0"/>
          <a:ext cx="0" cy="0"/>
          <a:chOff x="0" y="0"/>
          <a:chExt cx="0" cy="0"/>
        </a:xfrm>
      </p:grpSpPr>
      <p:sp>
        <p:nvSpPr>
          <p:cNvPr id="1224374373" name="Rectangle 1245485961"/>
          <p:cNvSpPr/>
          <p:nvPr/>
        </p:nvSpPr>
        <p:spPr bwMode="auto">
          <a:xfrm rot="0" flipH="0" flipV="0">
            <a:off x="8127999" y="-25399"/>
            <a:ext cx="4063999" cy="6908799"/>
          </a:xfrm>
          <a:prstGeom prst="rect">
            <a:avLst/>
          </a:prstGeom>
          <a:gradFill>
            <a:gsLst>
              <a:gs pos="0">
                <a:schemeClr val="tx1">
                  <a:lumMod val="90000"/>
                  <a:lumOff val="5000"/>
                </a:schemeClr>
              </a:gs>
              <a:gs pos="100000">
                <a:schemeClr val="tx1">
                  <a:lumMod val="65000"/>
                  <a:lumOff val="35000"/>
                </a:schemeClr>
              </a:gs>
            </a:gsLst>
            <a:lin ang="81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57367551" name="Title 1"/>
          <p:cNvSpPr>
            <a:spLocks noGrp="1"/>
          </p:cNvSpPr>
          <p:nvPr>
            <p:ph type="title"/>
          </p:nvPr>
        </p:nvSpPr>
        <p:spPr bwMode="auto">
          <a:xfrm flipH="0" flipV="0">
            <a:off x="406399" y="177798"/>
            <a:ext cx="7315199" cy="812799"/>
          </a:xfrm>
        </p:spPr>
        <p:txBody>
          <a:bodyPr vertOverflow="overflow" horzOverflow="overflow" vert="horz" wrap="square" lIns="91440" tIns="45720" rIns="91440" bIns="45720" numCol="1" spcCol="0" rtlCol="0" fromWordArt="0" anchor="ctr" anchorCtr="0" forceAA="0" upright="0" compatLnSpc="0">
            <a:normAutofit/>
          </a:bodyPr>
          <a:lstStyle>
            <a:lvl1pPr>
              <a:defRPr sz="2400" b="1">
                <a:solidFill>
                  <a:schemeClr val="tx1"/>
                </a:solidFill>
                <a:latin typeface="Liberation Sans"/>
                <a:ea typeface="Liberation Sans"/>
                <a:cs typeface="Liberation Sans"/>
              </a:defRPr>
            </a:lvl1pPr>
            <a:lvl2pPr>
              <a:defRPr sz="2400" b="1">
                <a:solidFill>
                  <a:schemeClr val="tx1"/>
                </a:solidFill>
                <a:latin typeface="Liberation Sans"/>
                <a:ea typeface="Liberation Sans"/>
                <a:cs typeface="Liberation Sans"/>
              </a:defRPr>
            </a:lvl2pPr>
            <a:lvl3pPr>
              <a:defRPr sz="2400" b="1">
                <a:solidFill>
                  <a:schemeClr val="tx1"/>
                </a:solidFill>
                <a:latin typeface="Liberation Sans"/>
                <a:ea typeface="Liberation Sans"/>
                <a:cs typeface="Liberation Sans"/>
              </a:defRPr>
            </a:lvl3pPr>
            <a:lvl4pPr>
              <a:defRPr sz="2400" b="1">
                <a:solidFill>
                  <a:schemeClr val="tx1"/>
                </a:solidFill>
                <a:latin typeface="Liberation Sans"/>
                <a:ea typeface="Liberation Sans"/>
                <a:cs typeface="Liberation Sans"/>
              </a:defRPr>
            </a:lvl4pPr>
            <a:lvl5pPr>
              <a:defRPr sz="2400" b="1">
                <a:solidFill>
                  <a:schemeClr val="tx1"/>
                </a:solidFill>
                <a:latin typeface="Liberation Sans"/>
                <a:ea typeface="Liberation Sans"/>
                <a:cs typeface="Liberation Sans"/>
              </a:defRPr>
            </a:lvl5pPr>
            <a:lvl6pPr>
              <a:defRPr sz="2400" b="1">
                <a:solidFill>
                  <a:schemeClr val="tx1"/>
                </a:solidFill>
                <a:latin typeface="Liberation Sans"/>
                <a:ea typeface="Liberation Sans"/>
                <a:cs typeface="Liberation Sans"/>
              </a:defRPr>
            </a:lvl6pPr>
            <a:lvl7pPr>
              <a:defRPr sz="2400" b="1">
                <a:solidFill>
                  <a:schemeClr val="tx1"/>
                </a:solidFill>
                <a:latin typeface="Liberation Sans"/>
                <a:ea typeface="Liberation Sans"/>
                <a:cs typeface="Liberation Sans"/>
              </a:defRPr>
            </a:lvl7pPr>
            <a:lvl8pPr>
              <a:defRPr sz="2400" b="1">
                <a:solidFill>
                  <a:schemeClr val="tx1"/>
                </a:solidFill>
                <a:latin typeface="Liberation Sans"/>
                <a:ea typeface="Liberation Sans"/>
                <a:cs typeface="Liberation Sans"/>
              </a:defRPr>
            </a:lvl8pPr>
            <a:lvl9pPr>
              <a:defRPr sz="2400" b="1">
                <a:solidFill>
                  <a:schemeClr val="tx1"/>
                </a:solidFill>
                <a:latin typeface="Liberation Sans"/>
                <a:ea typeface="Liberation Sans"/>
                <a:cs typeface="Liberation Sans"/>
              </a:defRPr>
            </a:lvl9pPr>
          </a:lstStyle>
          <a:p>
            <a:pPr>
              <a:defRPr/>
            </a:pPr>
            <a:r>
              <a:rPr lang="en-US"/>
              <a:t>Click to edit Master title style</a:t>
            </a:r>
            <a:endParaRPr lang="en-US"/>
          </a:p>
        </p:txBody>
      </p:sp>
      <p:cxnSp>
        <p:nvCxnSpPr>
          <p:cNvPr id="665241031" name=""/>
          <p:cNvCxnSpPr/>
          <p:nvPr/>
        </p:nvCxnSpPr>
        <p:spPr bwMode="auto">
          <a:xfrm flipH="0" flipV="0">
            <a:off x="406399" y="990599"/>
            <a:ext cx="7315199" cy="0"/>
          </a:xfrm>
          <a:prstGeom prst="line">
            <a:avLst/>
          </a:prstGeom>
          <a:ln w="190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57425960" name="Footer Placeholder 4"/>
          <p:cNvSpPr>
            <a:spLocks noGrp="1"/>
          </p:cNvSpPr>
          <p:nvPr>
            <p:ph type="ftr" sz="quarter" idx="3"/>
          </p:nvPr>
        </p:nvSpPr>
        <p:spPr bwMode="auto">
          <a:xfrm flipH="0" flipV="0">
            <a:off x="406399" y="6273799"/>
            <a:ext cx="9753599" cy="406399"/>
          </a:xfrm>
          <a:prstGeom prst="rect">
            <a:avLst/>
          </a:prstGeom>
        </p:spPr>
        <p:txBody>
          <a:bodyPr vertOverflow="overflow" horzOverflow="overflow" vert="horz" wrap="square" lIns="91440" tIns="45720" rIns="91440" bIns="45720" numCol="1" spcCol="0" rtlCol="0" fromWordArt="0" anchor="t" anchorCtr="0" forceAA="0" upright="0" compatLnSpc="0"/>
          <a:lstStyle>
            <a:lvl1pPr algn="l">
              <a:defRPr sz="1200">
                <a:solidFill>
                  <a:schemeClr val="tx1">
                    <a:lumMod val="65000"/>
                    <a:lumOff val="35000"/>
                  </a:schemeClr>
                </a:solidFill>
                <a:latin typeface="Liberation Sans"/>
                <a:ea typeface="Liberation Sans"/>
                <a:cs typeface="Liberation Sans"/>
              </a:defRPr>
            </a:lvl1pPr>
            <a:lvl2pPr algn="l">
              <a:defRPr>
                <a:solidFill>
                  <a:schemeClr val="tx1">
                    <a:lumMod val="65000"/>
                    <a:lumOff val="35000"/>
                  </a:schemeClr>
                </a:solidFill>
                <a:latin typeface="Liberation Sans"/>
                <a:ea typeface="Liberation Sans"/>
                <a:cs typeface="Liberation Sans"/>
              </a:defRPr>
            </a:lvl2pPr>
            <a:lvl3pPr algn="l">
              <a:defRPr>
                <a:solidFill>
                  <a:schemeClr val="tx1">
                    <a:lumMod val="65000"/>
                    <a:lumOff val="35000"/>
                  </a:schemeClr>
                </a:solidFill>
                <a:latin typeface="Liberation Sans"/>
                <a:ea typeface="Liberation Sans"/>
                <a:cs typeface="Liberation Sans"/>
              </a:defRPr>
            </a:lvl3pPr>
            <a:lvl4pPr algn="l">
              <a:defRPr>
                <a:solidFill>
                  <a:schemeClr val="tx1">
                    <a:lumMod val="65000"/>
                    <a:lumOff val="35000"/>
                  </a:schemeClr>
                </a:solidFill>
                <a:latin typeface="Liberation Sans"/>
                <a:ea typeface="Liberation Sans"/>
                <a:cs typeface="Liberation Sans"/>
              </a:defRPr>
            </a:lvl4pPr>
            <a:lvl5pPr algn="l">
              <a:defRPr>
                <a:solidFill>
                  <a:schemeClr val="tx1">
                    <a:lumMod val="65000"/>
                    <a:lumOff val="35000"/>
                  </a:schemeClr>
                </a:solidFill>
                <a:latin typeface="Liberation Sans"/>
                <a:ea typeface="Liberation Sans"/>
                <a:cs typeface="Liberation Sans"/>
              </a:defRPr>
            </a:lvl5pPr>
            <a:lvl6pPr algn="l">
              <a:defRPr>
                <a:solidFill>
                  <a:schemeClr val="tx1">
                    <a:lumMod val="65000"/>
                    <a:lumOff val="35000"/>
                  </a:schemeClr>
                </a:solidFill>
                <a:latin typeface="Liberation Sans"/>
                <a:ea typeface="Liberation Sans"/>
                <a:cs typeface="Liberation Sans"/>
              </a:defRPr>
            </a:lvl6pPr>
            <a:lvl7pPr algn="l">
              <a:defRPr>
                <a:solidFill>
                  <a:schemeClr val="tx1">
                    <a:lumMod val="65000"/>
                    <a:lumOff val="35000"/>
                  </a:schemeClr>
                </a:solidFill>
                <a:latin typeface="Liberation Sans"/>
                <a:ea typeface="Liberation Sans"/>
                <a:cs typeface="Liberation Sans"/>
              </a:defRPr>
            </a:lvl7pPr>
            <a:lvl8pPr algn="l">
              <a:defRPr>
                <a:solidFill>
                  <a:schemeClr val="tx1">
                    <a:lumMod val="65000"/>
                    <a:lumOff val="35000"/>
                  </a:schemeClr>
                </a:solidFill>
                <a:latin typeface="Liberation Sans"/>
                <a:ea typeface="Liberation Sans"/>
                <a:cs typeface="Liberation Sans"/>
              </a:defRPr>
            </a:lvl8pPr>
            <a:lvl9pPr algn="l">
              <a:defRPr>
                <a:solidFill>
                  <a:schemeClr val="tx1">
                    <a:lumMod val="65000"/>
                    <a:lumOff val="35000"/>
                  </a:schemeClr>
                </a:solidFill>
                <a:latin typeface="Liberation Sans"/>
                <a:ea typeface="Liberation Sans"/>
                <a:cs typeface="Liberation Sans"/>
              </a:defRPr>
            </a:lvl9pPr>
          </a:lstStyle>
          <a:p>
            <a:pPr>
              <a:defRPr/>
            </a:pPr>
            <a:r>
              <a:rPr/>
              <a:t>Source</a:t>
            </a:r>
            <a:endParaRPr/>
          </a:p>
        </p:txBody>
      </p:sp>
      <p:sp>
        <p:nvSpPr>
          <p:cNvPr id="1806851520" name="Slide Number Placeholder 5"/>
          <p:cNvSpPr>
            <a:spLocks noGrp="1"/>
          </p:cNvSpPr>
          <p:nvPr>
            <p:ph type="sldNum" sz="quarter" idx="4"/>
          </p:nvPr>
        </p:nvSpPr>
        <p:spPr bwMode="auto">
          <a:xfrm flipH="0" flipV="0">
            <a:off x="10159999" y="6273799"/>
            <a:ext cx="1625598" cy="406399"/>
          </a:xfrm>
          <a:prstGeom prst="rect">
            <a:avLst/>
          </a:prstGeom>
        </p:spPr>
        <p:txBody>
          <a:bodyPr vertOverflow="overflow" horzOverflow="overflow" vert="horz" wrap="square" lIns="91440" tIns="45720" rIns="91440" bIns="45720" numCol="1" spcCol="0" rtlCol="0" fromWordArt="0" anchor="t" anchorCtr="0" forceAA="0" upright="0" compatLnSpc="0"/>
          <a:lstStyle>
            <a:lvl1pPr algn="r">
              <a:defRPr sz="1200">
                <a:solidFill>
                  <a:schemeClr val="bg1">
                    <a:lumMod val="85000"/>
                  </a:schemeClr>
                </a:solidFill>
                <a:latin typeface="Liberation Sans"/>
                <a:ea typeface="Liberation Sans"/>
                <a:cs typeface="Liberation Sans"/>
              </a:defRPr>
            </a:lvl1pPr>
            <a:lvl2pPr>
              <a:defRPr>
                <a:solidFill>
                  <a:schemeClr val="bg1">
                    <a:lumMod val="85000"/>
                  </a:schemeClr>
                </a:solidFill>
                <a:latin typeface="Liberation Sans"/>
                <a:ea typeface="Liberation Sans"/>
                <a:cs typeface="Liberation Sans"/>
              </a:defRPr>
            </a:lvl2pPr>
            <a:lvl3pPr>
              <a:defRPr>
                <a:solidFill>
                  <a:schemeClr val="bg1">
                    <a:lumMod val="85000"/>
                  </a:schemeClr>
                </a:solidFill>
                <a:latin typeface="Liberation Sans"/>
                <a:ea typeface="Liberation Sans"/>
                <a:cs typeface="Liberation Sans"/>
              </a:defRPr>
            </a:lvl3pPr>
            <a:lvl4pPr>
              <a:defRPr>
                <a:solidFill>
                  <a:schemeClr val="bg1">
                    <a:lumMod val="85000"/>
                  </a:schemeClr>
                </a:solidFill>
                <a:latin typeface="Liberation Sans"/>
                <a:ea typeface="Liberation Sans"/>
                <a:cs typeface="Liberation Sans"/>
              </a:defRPr>
            </a:lvl4pPr>
            <a:lvl5pPr>
              <a:defRPr>
                <a:solidFill>
                  <a:schemeClr val="bg1">
                    <a:lumMod val="85000"/>
                  </a:schemeClr>
                </a:solidFill>
                <a:latin typeface="Liberation Sans"/>
                <a:ea typeface="Liberation Sans"/>
                <a:cs typeface="Liberation Sans"/>
              </a:defRPr>
            </a:lvl5pPr>
            <a:lvl6pPr>
              <a:defRPr>
                <a:solidFill>
                  <a:schemeClr val="bg1">
                    <a:lumMod val="85000"/>
                  </a:schemeClr>
                </a:solidFill>
                <a:latin typeface="Liberation Sans"/>
                <a:ea typeface="Liberation Sans"/>
                <a:cs typeface="Liberation Sans"/>
              </a:defRPr>
            </a:lvl6pPr>
            <a:lvl7pPr>
              <a:defRPr>
                <a:solidFill>
                  <a:schemeClr val="bg1">
                    <a:lumMod val="85000"/>
                  </a:schemeClr>
                </a:solidFill>
                <a:latin typeface="Liberation Sans"/>
                <a:ea typeface="Liberation Sans"/>
                <a:cs typeface="Liberation Sans"/>
              </a:defRPr>
            </a:lvl7pPr>
            <a:lvl8pPr>
              <a:defRPr>
                <a:solidFill>
                  <a:schemeClr val="bg1">
                    <a:lumMod val="85000"/>
                  </a:schemeClr>
                </a:solidFill>
                <a:latin typeface="Liberation Sans"/>
                <a:ea typeface="Liberation Sans"/>
                <a:cs typeface="Liberation Sans"/>
              </a:defRPr>
            </a:lvl8pPr>
            <a:lvl9pPr>
              <a:defRPr>
                <a:solidFill>
                  <a:schemeClr val="bg1">
                    <a:lumMod val="85000"/>
                  </a:schemeClr>
                </a:solidFill>
                <a:latin typeface="Liberation Sans"/>
                <a:ea typeface="Liberation Sans"/>
                <a:cs typeface="Liberation Sans"/>
              </a:defRPr>
            </a:lvl9pPr>
          </a:lstStyle>
          <a:p>
            <a:pPr>
              <a:defRPr/>
            </a:pPr>
            <a:fld id="{40A18D06-49F8-D332-19DF-C1DE6A70A68E}" type="slidenum">
              <a:rPr lang="en-US"/>
              <a:t>&lt;#&gt;</a:t>
            </a:fld>
            <a:endParaRPr lang="en-US"/>
          </a:p>
        </p:txBody>
      </p:sp>
      <p:cxnSp>
        <p:nvCxnSpPr>
          <p:cNvPr id="198327388" name=""/>
          <p:cNvCxnSpPr/>
          <p:nvPr/>
        </p:nvCxnSpPr>
        <p:spPr bwMode="auto">
          <a:xfrm flipH="0" flipV="0">
            <a:off x="8534399" y="990439"/>
            <a:ext cx="3251199" cy="159"/>
          </a:xfrm>
          <a:prstGeom prst="line">
            <a:avLst/>
          </a:prstGeom>
          <a:ln w="190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353279992" name="Text Placeholder 9"/>
          <p:cNvSpPr>
            <a:spLocks noGrp="1"/>
          </p:cNvSpPr>
          <p:nvPr>
            <p:ph type="body" sz="quarter"/>
          </p:nvPr>
        </p:nvSpPr>
        <p:spPr bwMode="auto">
          <a:xfrm rot="0" flipH="0" flipV="0">
            <a:off x="8534397" y="177800"/>
            <a:ext cx="3251199" cy="812799"/>
          </a:xfrm>
        </p:spPr>
        <p:txBody>
          <a:bodyPr vertOverflow="overflow" horzOverflow="overflow" vert="horz" wrap="square" lIns="91440" tIns="45720" rIns="91440" bIns="45720" numCol="1" spcCol="0" rtlCol="0" fromWordArt="0" anchor="ctr" anchorCtr="0" forceAA="0" upright="0" compatLnSpc="0">
            <a:normAutofit/>
          </a:bodyPr>
          <a:lstStyle>
            <a:lvl1pPr algn="ctr">
              <a:spcBef>
                <a:spcPts val="0"/>
              </a:spcBef>
              <a:defRPr sz="2400" b="1">
                <a:solidFill>
                  <a:schemeClr val="bg1"/>
                </a:solidFill>
                <a:latin typeface="Liberation Sans"/>
                <a:ea typeface="Liberation Sans"/>
                <a:cs typeface="Liberation Sans"/>
              </a:defRPr>
            </a:lvl1pPr>
            <a:lvl2pPr algn="ctr">
              <a:defRPr sz="2400" b="1">
                <a:solidFill>
                  <a:schemeClr val="bg1"/>
                </a:solidFill>
                <a:latin typeface="Liberation Sans"/>
                <a:ea typeface="Liberation Sans"/>
                <a:cs typeface="Liberation Sans"/>
              </a:defRPr>
            </a:lvl2pPr>
            <a:lvl3pPr algn="ctr">
              <a:defRPr sz="2400" b="1">
                <a:solidFill>
                  <a:schemeClr val="bg1"/>
                </a:solidFill>
                <a:latin typeface="Liberation Sans"/>
                <a:ea typeface="Liberation Sans"/>
                <a:cs typeface="Liberation Sans"/>
              </a:defRPr>
            </a:lvl3pPr>
            <a:lvl4pPr algn="ctr">
              <a:defRPr sz="2400" b="1">
                <a:solidFill>
                  <a:schemeClr val="bg1"/>
                </a:solidFill>
                <a:latin typeface="Liberation Sans"/>
                <a:ea typeface="Liberation Sans"/>
                <a:cs typeface="Liberation Sans"/>
              </a:defRPr>
            </a:lvl4pPr>
            <a:lvl5pPr algn="ctr">
              <a:defRPr sz="2400" b="1">
                <a:solidFill>
                  <a:schemeClr val="bg1"/>
                </a:solidFill>
                <a:latin typeface="Liberation Sans"/>
                <a:ea typeface="Liberation Sans"/>
                <a:cs typeface="Liberation Sans"/>
              </a:defRPr>
            </a:lvl5pPr>
            <a:lvl6pPr algn="ctr">
              <a:defRPr sz="2400" b="1">
                <a:solidFill>
                  <a:schemeClr val="bg1"/>
                </a:solidFill>
                <a:latin typeface="Liberation Sans"/>
                <a:ea typeface="Liberation Sans"/>
                <a:cs typeface="Liberation Sans"/>
              </a:defRPr>
            </a:lvl6pPr>
            <a:lvl7pPr algn="ctr">
              <a:defRPr sz="2400" b="1">
                <a:solidFill>
                  <a:schemeClr val="bg1"/>
                </a:solidFill>
                <a:latin typeface="Liberation Sans"/>
                <a:ea typeface="Liberation Sans"/>
                <a:cs typeface="Liberation Sans"/>
              </a:defRPr>
            </a:lvl7pPr>
            <a:lvl8pPr algn="ctr">
              <a:defRPr sz="2400" b="1">
                <a:solidFill>
                  <a:schemeClr val="bg1"/>
                </a:solidFill>
                <a:latin typeface="Liberation Sans"/>
                <a:ea typeface="Liberation Sans"/>
                <a:cs typeface="Liberation Sans"/>
              </a:defRPr>
            </a:lvl8pPr>
            <a:lvl9pPr algn="ctr">
              <a:defRPr sz="2400" b="1">
                <a:solidFill>
                  <a:schemeClr val="bg1"/>
                </a:solidFill>
                <a:latin typeface="Liberation Sans"/>
                <a:ea typeface="Liberation Sans"/>
                <a:cs typeface="Liberation Sans"/>
              </a:defRPr>
            </a:lvl9pPr>
          </a:lstStyle>
          <a:p>
            <a:pPr marL="0" lvl="0" indent="0">
              <a:buFont typeface="Arial"/>
              <a:buNone/>
              <a:defRPr/>
            </a:pPr>
            <a:r>
              <a:rPr lang="en-US"/>
              <a:t>Click to edit Master text styles</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791999038"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45967741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46356192" name="Footer Placeholder 4"/>
          <p:cNvSpPr>
            <a:spLocks noGrp="1"/>
          </p:cNvSpPr>
          <p:nvPr>
            <p:ph type="ftr" sz="quarter" idx="3"/>
          </p:nvPr>
        </p:nvSpPr>
        <p:spPr bwMode="auto">
          <a:xfrm flipH="0" flipV="0">
            <a:off x="406399" y="6273799"/>
            <a:ext cx="9753599" cy="406399"/>
          </a:xfrm>
          <a:prstGeom prst="rect">
            <a:avLst/>
          </a:prstGeom>
        </p:spPr>
        <p:txBody>
          <a:bodyPr vertOverflow="overflow" horzOverflow="overflow" vert="horz" wrap="square" lIns="91440" tIns="45720" rIns="91440" bIns="45720" numCol="1" spcCol="0" rtlCol="0" fromWordArt="0" anchor="t" anchorCtr="0" forceAA="0" upright="0" compatLnSpc="0"/>
          <a:lstStyle>
            <a:lvl1pPr algn="l">
              <a:defRPr sz="1200">
                <a:solidFill>
                  <a:schemeClr val="tx1">
                    <a:tint val="75000"/>
                  </a:schemeClr>
                </a:solidFil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a:pPr>
              <a:defRPr/>
            </a:pPr>
            <a:r>
              <a:rPr/>
              <a:t>Source</a:t>
            </a:r>
            <a:endParaRPr/>
          </a:p>
        </p:txBody>
      </p:sp>
      <p:sp>
        <p:nvSpPr>
          <p:cNvPr id="2118605098" name="Slide Number Placeholder 5"/>
          <p:cNvSpPr>
            <a:spLocks noGrp="1"/>
          </p:cNvSpPr>
          <p:nvPr>
            <p:ph type="sldNum" sz="quarter" idx="4"/>
          </p:nvPr>
        </p:nvSpPr>
        <p:spPr bwMode="auto">
          <a:xfrm flipH="0" flipV="0">
            <a:off x="10159999" y="6273799"/>
            <a:ext cx="1625599" cy="406399"/>
          </a:xfrm>
          <a:prstGeom prst="rect">
            <a:avLst/>
          </a:prstGeom>
        </p:spPr>
        <p:txBody>
          <a:bodyPr vertOverflow="overflow" horzOverflow="overflow" vert="horz" wrap="square" lIns="91440" tIns="45720" rIns="91440" bIns="45720" numCol="1" spcCol="0" rtlCol="0" fromWordArt="0" anchor="t" anchorCtr="0" forceAA="0" upright="0" compatLnSpc="0"/>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dt="0" ftr="1" hdr="0" sldNum="1"/>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1383372" name="Title"/>
          <p:cNvSpPr>
            <a:spLocks noGrp="1"/>
          </p:cNvSpPr>
          <p:nvPr>
            <p:ph type="ctrTitle"/>
          </p:nvPr>
        </p:nvSpPr>
        <p:spPr bwMode="auto"/>
        <p:txBody>
          <a:bodyPr/>
          <a:lstStyle/>
          <a:p>
            <a:pPr>
              <a:defRPr/>
            </a:pPr>
            <a:r>
              <a:rPr lang="it-IT">
                <a:solidFill>
                  <a:schemeClr val="accent1"/>
                </a:solidFill>
                <a:latin typeface="Aptos Narrow"/>
                <a:ea typeface="Aptos Narrow"/>
                <a:cs typeface="Aptos Narrow"/>
              </a:rPr>
              <a:t>{company_name}</a:t>
            </a:r>
            <a:endParaRPr>
              <a:solidFill>
                <a:schemeClr val="accent1"/>
              </a:solidFill>
              <a:latin typeface="Aptos Narrow"/>
              <a:cs typeface="Aptos Narrow"/>
            </a:endParaRPr>
          </a:p>
        </p:txBody>
      </p:sp>
      <p:sp>
        <p:nvSpPr>
          <p:cNvPr id="744943182" name="Subtitle"/>
          <p:cNvSpPr>
            <a:spLocks noGrp="1"/>
          </p:cNvSpPr>
          <p:nvPr>
            <p:ph type="subTitle"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it-IT" i="1">
                <a:solidFill>
                  <a:schemeClr val="tx1"/>
                </a:solidFill>
                <a:latin typeface="Aptos Narrow"/>
                <a:ea typeface="Aptos Narrow"/>
                <a:cs typeface="Aptos Narrow"/>
              </a:rPr>
              <a:t>Automatically generated </a:t>
            </a:r>
            <a:r>
              <a:rPr lang="it-IT" i="1">
                <a:solidFill>
                  <a:schemeClr val="tx1"/>
                </a:solidFill>
                <a:latin typeface="Aptos Narrow"/>
                <a:ea typeface="Aptos Narrow"/>
                <a:cs typeface="Aptos Narrow"/>
              </a:rPr>
              <a:t>c</a:t>
            </a:r>
            <a:r>
              <a:rPr i="1">
                <a:solidFill>
                  <a:schemeClr val="tx1"/>
                </a:solidFill>
                <a:latin typeface="Aptos Narrow"/>
                <a:ea typeface="Aptos Narrow"/>
                <a:cs typeface="Aptos Narrow"/>
              </a:rPr>
              <a:t>ompany report as of </a:t>
            </a:r>
            <a:r>
              <a:rPr lang="it-IT" i="1">
                <a:solidFill>
                  <a:schemeClr val="tx1"/>
                </a:solidFill>
                <a:latin typeface="Aptos Narrow"/>
                <a:ea typeface="Aptos Narrow"/>
                <a:cs typeface="Aptos Narrow"/>
              </a:rPr>
              <a:t>{current_date}.</a:t>
            </a:r>
            <a:endParaRPr i="1">
              <a:solidFill>
                <a:schemeClr val="tx1"/>
              </a:solidFill>
              <a:latin typeface="Aptos Narrow"/>
              <a:cs typeface="Aptos Narrow"/>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5670188" name=""/>
          <p:cNvSpPr/>
          <p:nvPr/>
        </p:nvSpPr>
        <p:spPr bwMode="auto">
          <a:xfrm rot="0" flipH="0" flipV="0">
            <a:off x="2031997" y="1803399"/>
            <a:ext cx="3048001" cy="4267195"/>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326445734" name=""/>
          <p:cNvSpPr/>
          <p:nvPr/>
        </p:nvSpPr>
        <p:spPr bwMode="auto">
          <a:xfrm rot="0" flipH="0" flipV="0">
            <a:off x="406398" y="1803399"/>
            <a:ext cx="1625598" cy="4267197"/>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latin typeface="Aptos Narrow"/>
              <a:cs typeface="Aptos Narrow"/>
            </a:endParaRPr>
          </a:p>
        </p:txBody>
      </p:sp>
      <p:sp>
        <p:nvSpPr>
          <p:cNvPr id="1624332511" name="name"/>
          <p:cNvSpPr txBox="1"/>
          <p:nvPr/>
        </p:nvSpPr>
        <p:spPr bwMode="auto">
          <a:xfrm rot="0" flipH="0" flipV="0">
            <a:off x="2235197" y="2006599"/>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1">
                <a:solidFill>
                  <a:schemeClr val="tx1"/>
                </a:solidFill>
                <a:latin typeface="Aptos Narrow"/>
                <a:ea typeface="Aptos Narrow"/>
                <a:cs typeface="Aptos Narrow"/>
              </a:rPr>
              <a:t>{name}</a:t>
            </a:r>
            <a:endParaRPr sz="1600" b="1">
              <a:solidFill>
                <a:schemeClr val="tx1"/>
              </a:solidFill>
              <a:latin typeface="Aptos Narrow"/>
              <a:cs typeface="Aptos Narrow"/>
            </a:endParaRPr>
          </a:p>
        </p:txBody>
      </p:sp>
      <p:sp>
        <p:nvSpPr>
          <p:cNvPr id="1505637232" name=""/>
          <p:cNvSpPr txBox="1"/>
          <p:nvPr/>
        </p:nvSpPr>
        <p:spPr bwMode="auto">
          <a:xfrm rot="0" flipH="0" flipV="0">
            <a:off x="406397" y="2006602"/>
            <a:ext cx="1422399" cy="406396"/>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Name</a:t>
            </a:r>
            <a:endParaRPr sz="1400" b="1">
              <a:solidFill>
                <a:schemeClr val="bg1"/>
              </a:solidFill>
              <a:latin typeface="Aptos Narrow"/>
              <a:cs typeface="Aptos Narrow"/>
            </a:endParaRPr>
          </a:p>
        </p:txBody>
      </p:sp>
      <p:sp>
        <p:nvSpPr>
          <p:cNvPr id="1346480302" name="symbol"/>
          <p:cNvSpPr txBox="1"/>
          <p:nvPr/>
        </p:nvSpPr>
        <p:spPr bwMode="auto">
          <a:xfrm rot="0" flipH="0" flipV="0">
            <a:off x="2235197" y="2438428"/>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1">
                <a:solidFill>
                  <a:schemeClr val="tx1"/>
                </a:solidFill>
                <a:latin typeface="Aptos Narrow"/>
                <a:ea typeface="Aptos Narrow"/>
                <a:cs typeface="Aptos Narrow"/>
              </a:rPr>
              <a:t>{ticker}</a:t>
            </a:r>
            <a:endParaRPr sz="1600" b="1">
              <a:solidFill>
                <a:schemeClr val="tx1"/>
              </a:solidFill>
              <a:latin typeface="Aptos Narrow"/>
              <a:cs typeface="Aptos Narrow"/>
            </a:endParaRPr>
          </a:p>
        </p:txBody>
      </p:sp>
      <p:sp>
        <p:nvSpPr>
          <p:cNvPr id="498847722" name=""/>
          <p:cNvSpPr txBox="1"/>
          <p:nvPr/>
        </p:nvSpPr>
        <p:spPr bwMode="auto">
          <a:xfrm rot="0" flipH="0" flipV="0">
            <a:off x="406397" y="2438427"/>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Symbol</a:t>
            </a:r>
            <a:endParaRPr sz="1400" b="1">
              <a:solidFill>
                <a:schemeClr val="bg1"/>
              </a:solidFill>
              <a:latin typeface="Aptos Narrow"/>
              <a:cs typeface="Aptos Narrow"/>
            </a:endParaRPr>
          </a:p>
        </p:txBody>
      </p:sp>
      <p:sp>
        <p:nvSpPr>
          <p:cNvPr id="1569395525" name="sector"/>
          <p:cNvSpPr txBox="1"/>
          <p:nvPr/>
        </p:nvSpPr>
        <p:spPr bwMode="auto">
          <a:xfrm rot="0" flipH="0" flipV="0">
            <a:off x="2235197" y="2870254"/>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0">
                <a:solidFill>
                  <a:schemeClr val="tx1"/>
                </a:solidFill>
                <a:latin typeface="Aptos Narrow"/>
                <a:ea typeface="Aptos Narrow"/>
                <a:cs typeface="Aptos Narrow"/>
              </a:rPr>
              <a:t>{sector}</a:t>
            </a:r>
            <a:endParaRPr sz="1600" b="0">
              <a:solidFill>
                <a:schemeClr val="tx1"/>
              </a:solidFill>
              <a:latin typeface="Aptos Narrow"/>
              <a:cs typeface="Aptos Narrow"/>
            </a:endParaRPr>
          </a:p>
        </p:txBody>
      </p:sp>
      <p:sp>
        <p:nvSpPr>
          <p:cNvPr id="1236601938" name=""/>
          <p:cNvSpPr txBox="1"/>
          <p:nvPr/>
        </p:nvSpPr>
        <p:spPr bwMode="auto">
          <a:xfrm rot="0" flipH="0" flipV="0">
            <a:off x="406397" y="2870252"/>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Sector</a:t>
            </a:r>
            <a:endParaRPr sz="1400" b="1">
              <a:solidFill>
                <a:schemeClr val="bg1"/>
              </a:solidFill>
              <a:latin typeface="Aptos Narrow"/>
              <a:cs typeface="Aptos Narrow"/>
            </a:endParaRPr>
          </a:p>
        </p:txBody>
      </p:sp>
      <p:sp>
        <p:nvSpPr>
          <p:cNvPr id="1671536131" name="industry"/>
          <p:cNvSpPr txBox="1"/>
          <p:nvPr/>
        </p:nvSpPr>
        <p:spPr bwMode="auto">
          <a:xfrm rot="0" flipH="0" flipV="0">
            <a:off x="2235197" y="3302011"/>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0">
                <a:solidFill>
                  <a:schemeClr val="tx1"/>
                </a:solidFill>
                <a:latin typeface="Aptos Narrow"/>
                <a:ea typeface="Aptos Narrow"/>
                <a:cs typeface="Aptos Narrow"/>
              </a:rPr>
              <a:t>{industry}</a:t>
            </a:r>
            <a:endParaRPr sz="1600" b="0">
              <a:solidFill>
                <a:schemeClr val="tx1"/>
              </a:solidFill>
              <a:latin typeface="Aptos Narrow"/>
              <a:cs typeface="Aptos Narrow"/>
            </a:endParaRPr>
          </a:p>
        </p:txBody>
      </p:sp>
      <p:sp>
        <p:nvSpPr>
          <p:cNvPr id="388355719" name=""/>
          <p:cNvSpPr txBox="1"/>
          <p:nvPr/>
        </p:nvSpPr>
        <p:spPr bwMode="auto">
          <a:xfrm rot="0" flipH="0" flipV="0">
            <a:off x="406397" y="3302049"/>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Industry</a:t>
            </a:r>
            <a:endParaRPr sz="1400" b="1">
              <a:solidFill>
                <a:schemeClr val="bg1"/>
              </a:solidFill>
              <a:latin typeface="Aptos Narrow"/>
              <a:cs typeface="Aptos Narrow"/>
            </a:endParaRPr>
          </a:p>
        </p:txBody>
      </p:sp>
      <p:sp>
        <p:nvSpPr>
          <p:cNvPr id="1469491165" name="market_cap"/>
          <p:cNvSpPr txBox="1"/>
          <p:nvPr/>
        </p:nvSpPr>
        <p:spPr bwMode="auto">
          <a:xfrm rot="0" flipH="0" flipV="0">
            <a:off x="2235197" y="3733811"/>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1">
                <a:solidFill>
                  <a:schemeClr val="tx1"/>
                </a:solidFill>
                <a:latin typeface="Aptos Narrow"/>
                <a:ea typeface="Aptos Narrow"/>
                <a:cs typeface="Aptos Narrow"/>
              </a:rPr>
              <a:t>{market_cap}</a:t>
            </a:r>
            <a:endParaRPr sz="1600" b="1">
              <a:solidFill>
                <a:schemeClr val="tx1"/>
              </a:solidFill>
              <a:latin typeface="Aptos Narrow"/>
              <a:cs typeface="Aptos Narrow"/>
            </a:endParaRPr>
          </a:p>
        </p:txBody>
      </p:sp>
      <p:sp>
        <p:nvSpPr>
          <p:cNvPr id="1654500767" name=""/>
          <p:cNvSpPr txBox="1"/>
          <p:nvPr/>
        </p:nvSpPr>
        <p:spPr bwMode="auto">
          <a:xfrm rot="0" flipH="0" flipV="0">
            <a:off x="406397" y="3733810"/>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Market cap</a:t>
            </a:r>
            <a:endParaRPr sz="1400" b="1">
              <a:solidFill>
                <a:schemeClr val="bg1"/>
              </a:solidFill>
              <a:latin typeface="Aptos Narrow"/>
              <a:cs typeface="Aptos Narrow"/>
            </a:endParaRPr>
          </a:p>
        </p:txBody>
      </p:sp>
      <p:sp>
        <p:nvSpPr>
          <p:cNvPr id="154398990" name="share_price"/>
          <p:cNvSpPr txBox="1"/>
          <p:nvPr/>
        </p:nvSpPr>
        <p:spPr bwMode="auto">
          <a:xfrm rot="0" flipH="0" flipV="0">
            <a:off x="2235197" y="4165570"/>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1">
                <a:solidFill>
                  <a:schemeClr val="tx1"/>
                </a:solidFill>
                <a:latin typeface="Aptos Narrow"/>
                <a:ea typeface="Aptos Narrow"/>
                <a:cs typeface="Aptos Narrow"/>
              </a:rPr>
              <a:t>{share_price}</a:t>
            </a:r>
            <a:endParaRPr sz="1600" b="1">
              <a:solidFill>
                <a:schemeClr val="tx1"/>
              </a:solidFill>
              <a:latin typeface="Aptos Narrow"/>
              <a:cs typeface="Aptos Narrow"/>
            </a:endParaRPr>
          </a:p>
        </p:txBody>
      </p:sp>
      <p:sp>
        <p:nvSpPr>
          <p:cNvPr id="361513341" name=""/>
          <p:cNvSpPr txBox="1"/>
          <p:nvPr/>
        </p:nvSpPr>
        <p:spPr bwMode="auto">
          <a:xfrm rot="0" flipH="0" flipV="0">
            <a:off x="406396" y="4165611"/>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Share price</a:t>
            </a:r>
            <a:endParaRPr sz="1400" b="1">
              <a:solidFill>
                <a:schemeClr val="bg1"/>
              </a:solidFill>
              <a:latin typeface="Aptos Narrow"/>
              <a:cs typeface="Aptos Narrow"/>
            </a:endParaRPr>
          </a:p>
        </p:txBody>
      </p:sp>
      <p:sp>
        <p:nvSpPr>
          <p:cNvPr id="331405036" name="share_earnings"/>
          <p:cNvSpPr txBox="1"/>
          <p:nvPr/>
        </p:nvSpPr>
        <p:spPr bwMode="auto">
          <a:xfrm rot="0" flipH="0" flipV="0">
            <a:off x="2235197" y="4597372"/>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1">
                <a:solidFill>
                  <a:schemeClr val="tx1"/>
                </a:solidFill>
                <a:latin typeface="Aptos Narrow"/>
                <a:ea typeface="Aptos Narrow"/>
                <a:cs typeface="Aptos Narrow"/>
              </a:rPr>
              <a:t>{share_earnings}</a:t>
            </a:r>
            <a:endParaRPr sz="1600" b="1">
              <a:solidFill>
                <a:schemeClr val="tx1"/>
              </a:solidFill>
              <a:latin typeface="Aptos Narrow"/>
              <a:cs typeface="Aptos Narrow"/>
            </a:endParaRPr>
          </a:p>
        </p:txBody>
      </p:sp>
      <p:sp>
        <p:nvSpPr>
          <p:cNvPr id="1750267214" name=""/>
          <p:cNvSpPr txBox="1"/>
          <p:nvPr/>
        </p:nvSpPr>
        <p:spPr bwMode="auto">
          <a:xfrm rot="0" flipH="0" flipV="0">
            <a:off x="406396" y="4597372"/>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EPS</a:t>
            </a:r>
            <a:endParaRPr sz="1400" b="1">
              <a:solidFill>
                <a:schemeClr val="bg1"/>
              </a:solidFill>
              <a:latin typeface="Aptos Narrow"/>
              <a:cs typeface="Aptos Narrow"/>
            </a:endParaRPr>
          </a:p>
        </p:txBody>
      </p:sp>
      <p:sp>
        <p:nvSpPr>
          <p:cNvPr id="639771423" name="analyst_rating"/>
          <p:cNvSpPr txBox="1"/>
          <p:nvPr/>
        </p:nvSpPr>
        <p:spPr bwMode="auto">
          <a:xfrm rot="0" flipH="0" flipV="0">
            <a:off x="2235197" y="5029134"/>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1">
                <a:solidFill>
                  <a:schemeClr val="tx1"/>
                </a:solidFill>
                <a:latin typeface="Aptos Narrow"/>
                <a:ea typeface="Aptos Narrow"/>
                <a:cs typeface="Aptos Narrow"/>
              </a:rPr>
              <a:t>{analyst_rating}</a:t>
            </a:r>
            <a:endParaRPr sz="1600" b="1">
              <a:solidFill>
                <a:schemeClr val="tx1"/>
              </a:solidFill>
              <a:latin typeface="Aptos Narrow"/>
              <a:cs typeface="Aptos Narrow"/>
            </a:endParaRPr>
          </a:p>
        </p:txBody>
      </p:sp>
      <p:sp>
        <p:nvSpPr>
          <p:cNvPr id="1125352973" name=""/>
          <p:cNvSpPr txBox="1"/>
          <p:nvPr/>
        </p:nvSpPr>
        <p:spPr bwMode="auto">
          <a:xfrm rot="0" flipH="0" flipV="0">
            <a:off x="406397" y="5029132"/>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Analyst rating</a:t>
            </a:r>
            <a:endParaRPr sz="1400" b="1">
              <a:solidFill>
                <a:schemeClr val="bg1"/>
              </a:solidFill>
              <a:latin typeface="Aptos Narrow"/>
              <a:cs typeface="Aptos Narrow"/>
            </a:endParaRPr>
          </a:p>
        </p:txBody>
      </p:sp>
      <p:sp>
        <p:nvSpPr>
          <p:cNvPr id="1964121637" name="beta"/>
          <p:cNvSpPr txBox="1"/>
          <p:nvPr/>
        </p:nvSpPr>
        <p:spPr bwMode="auto">
          <a:xfrm rot="0" flipH="0" flipV="0">
            <a:off x="2235197" y="5461002"/>
            <a:ext cx="2844801" cy="406395"/>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l">
              <a:defRPr/>
            </a:pPr>
            <a:r>
              <a:rPr lang="it-IT" sz="1600" b="1">
                <a:solidFill>
                  <a:schemeClr val="tx1"/>
                </a:solidFill>
                <a:latin typeface="Aptos Narrow"/>
                <a:ea typeface="Aptos Narrow"/>
                <a:cs typeface="Aptos Narrow"/>
              </a:rPr>
              <a:t>{share_beta}</a:t>
            </a:r>
            <a:endParaRPr sz="1600" b="1">
              <a:solidFill>
                <a:schemeClr val="tx1"/>
              </a:solidFill>
              <a:latin typeface="Aptos Narrow"/>
              <a:cs typeface="Aptos Narrow"/>
            </a:endParaRPr>
          </a:p>
        </p:txBody>
      </p:sp>
      <p:sp>
        <p:nvSpPr>
          <p:cNvPr id="2006255025" name=""/>
          <p:cNvSpPr txBox="1"/>
          <p:nvPr/>
        </p:nvSpPr>
        <p:spPr bwMode="auto">
          <a:xfrm rot="0" flipH="0" flipV="0">
            <a:off x="406397" y="5460999"/>
            <a:ext cx="1422400" cy="406397"/>
          </a:xfrm>
          <a:prstGeom prst="rect">
            <a:avLst/>
          </a:prstGeom>
          <a:noFill/>
        </p:spPr>
        <p:txBody>
          <a:bodyPr vertOverflow="overflow" horzOverflow="overflow" vert="horz" wrap="square" lIns="45720" tIns="45720" rIns="45720" bIns="45720" numCol="1" spcCol="0" rtlCol="0" fromWordArt="0" anchor="ctr" anchorCtr="0" forceAA="0" upright="0" compatLnSpc="0">
            <a:noAutofit/>
          </a:bodyPr>
          <a:p>
            <a:pPr algn="r">
              <a:defRPr/>
            </a:pPr>
            <a:r>
              <a:rPr lang="it-IT" sz="1400" b="1">
                <a:solidFill>
                  <a:schemeClr val="bg1"/>
                </a:solidFill>
                <a:latin typeface="Aptos Narrow"/>
                <a:ea typeface="Aptos Narrow"/>
                <a:cs typeface="Aptos Narrow"/>
              </a:rPr>
              <a:t>Share beta</a:t>
            </a:r>
            <a:endParaRPr sz="1400" b="1">
              <a:solidFill>
                <a:schemeClr val="bg1"/>
              </a:solidFill>
              <a:latin typeface="Aptos Narrow"/>
              <a:cs typeface="Aptos Narrow"/>
            </a:endParaRPr>
          </a:p>
        </p:txBody>
      </p:sp>
      <p:sp>
        <p:nvSpPr>
          <p:cNvPr id="2133063032" name=""/>
          <p:cNvSpPr/>
          <p:nvPr/>
        </p:nvSpPr>
        <p:spPr bwMode="auto">
          <a:xfrm rot="0" flipH="0" flipV="0">
            <a:off x="5283198" y="4241799"/>
            <a:ext cx="6502399" cy="1828796"/>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177288340" name="Title 1"/>
          <p:cNvSpPr>
            <a:spLocks noGrp="1"/>
          </p:cNvSpPr>
          <p:nvPr>
            <p:ph type="title"/>
          </p:nvPr>
        </p:nvSpPr>
        <p:spPr bwMode="auto"/>
        <p:txBody>
          <a:bodyPr/>
          <a:lstStyle/>
          <a:p>
            <a:pPr>
              <a:defRPr/>
            </a:pPr>
            <a:r>
              <a:rPr lang="it-IT" sz="2400" b="1" i="0" u="none" strike="noStrike" cap="none" spc="0">
                <a:solidFill>
                  <a:schemeClr val="accent1"/>
                </a:solidFill>
                <a:latin typeface="Aptos Narrow"/>
                <a:ea typeface="Aptos Narrow"/>
                <a:cs typeface="Aptos Narrow"/>
              </a:rPr>
              <a:t>{company_name}</a:t>
            </a:r>
            <a:r>
              <a:rPr lang="it-IT" sz="2400" b="1" i="0" u="none" strike="noStrike" cap="none" spc="0">
                <a:solidFill>
                  <a:schemeClr val="tx2"/>
                </a:solidFill>
                <a:latin typeface="Aptos Narrow"/>
                <a:ea typeface="Aptos Narrow"/>
                <a:cs typeface="Aptos Narrow"/>
              </a:rPr>
              <a:t> </a:t>
            </a:r>
            <a:r>
              <a:rPr lang="it-IT" sz="2400" b="1" i="0" u="none" strike="noStrike" cap="none" spc="0">
                <a:solidFill>
                  <a:schemeClr val="tx1"/>
                </a:solidFill>
                <a:latin typeface="Aptos Narrow"/>
                <a:ea typeface="Aptos Narrow"/>
                <a:cs typeface="Aptos Narrow"/>
              </a:rPr>
              <a:t>| </a:t>
            </a:r>
            <a:r>
              <a:rPr lang="it-IT">
                <a:solidFill>
                  <a:schemeClr val="tx1"/>
                </a:solidFill>
                <a:latin typeface="Aptos Narrow"/>
                <a:ea typeface="Aptos Narrow"/>
                <a:cs typeface="Aptos Narrow"/>
              </a:rPr>
              <a:t>Company </a:t>
            </a:r>
            <a:r>
              <a:rPr lang="it-IT">
                <a:solidFill>
                  <a:schemeClr val="tx1"/>
                </a:solidFill>
                <a:latin typeface="Aptos Narrow"/>
                <a:ea typeface="Aptos Narrow"/>
                <a:cs typeface="Aptos Narrow"/>
              </a:rPr>
              <a:t>overview</a:t>
            </a:r>
            <a:endParaRPr>
              <a:solidFill>
                <a:schemeClr val="tx1"/>
              </a:solidFill>
              <a:latin typeface="Aptos Narrow"/>
              <a:cs typeface="Aptos Narrow"/>
            </a:endParaRPr>
          </a:p>
        </p:txBody>
      </p:sp>
      <p:sp>
        <p:nvSpPr>
          <p:cNvPr id="60285565" name="Footer Placeholder 4"/>
          <p:cNvSpPr>
            <a:spLocks noGrp="1"/>
          </p:cNvSpPr>
          <p:nvPr>
            <p:ph type="ftr" sz="quarter" idx="3"/>
          </p:nvPr>
        </p:nvSpPr>
        <p:spPr bwMode="auto">
          <a:prstGeom prst="rect">
            <a:avLst/>
          </a:prstGeom>
        </p:spPr>
        <p:txBody>
          <a:bodyPr/>
          <a:lstStyle/>
          <a:p>
            <a:pPr>
              <a:defRPr/>
            </a:pPr>
            <a:r>
              <a:rPr lang="it-IT">
                <a:latin typeface="Aptos Narrow"/>
                <a:ea typeface="Aptos Narrow"/>
                <a:cs typeface="Aptos Narrow"/>
              </a:rPr>
              <a:t>Note: All figures expressed in USD</a:t>
            </a:r>
            <a:endParaRPr>
              <a:latin typeface="Aptos Narrow"/>
              <a:cs typeface="Aptos Narrow"/>
            </a:endParaRPr>
          </a:p>
          <a:p>
            <a:pPr>
              <a:defRPr/>
            </a:pPr>
            <a:r>
              <a:rPr>
                <a:latin typeface="Aptos Narrow"/>
                <a:ea typeface="Aptos Narrow"/>
                <a:cs typeface="Aptos Narrow"/>
              </a:rPr>
              <a:t>Source</a:t>
            </a:r>
            <a:r>
              <a:rPr lang="it-IT">
                <a:latin typeface="Aptos Narrow"/>
                <a:ea typeface="Aptos Narrow"/>
                <a:cs typeface="Aptos Narrow"/>
              </a:rPr>
              <a:t>: Yahoo Finance, Mistral</a:t>
            </a:r>
            <a:endParaRPr>
              <a:latin typeface="Aptos Narrow"/>
              <a:cs typeface="Aptos Narrow"/>
            </a:endParaRPr>
          </a:p>
        </p:txBody>
      </p:sp>
      <p:sp>
        <p:nvSpPr>
          <p:cNvPr id="334555045" name="Slide Number Placeholder 5"/>
          <p:cNvSpPr>
            <a:spLocks noGrp="1"/>
          </p:cNvSpPr>
          <p:nvPr>
            <p:ph type="sldNum" sz="quarter" idx="4"/>
          </p:nvPr>
        </p:nvSpPr>
        <p:spPr bwMode="auto">
          <a:prstGeom prst="rect">
            <a:avLst/>
          </a:prstGeom>
        </p:spPr>
        <p:txBody>
          <a:bodyPr/>
          <a:lstStyle/>
          <a:p>
            <a:pPr>
              <a:defRPr/>
            </a:pPr>
            <a:fld id="{A170F022-B519-FB71-528A-C27255DF51EF}" type="slidenum">
              <a:rPr lang="en-US">
                <a:latin typeface="Aptos Narrow"/>
                <a:ea typeface="Aptos Narrow"/>
                <a:cs typeface="Aptos Narrow"/>
              </a:rPr>
              <a:t>&lt;#&gt;</a:t>
            </a:fld>
            <a:endParaRPr>
              <a:latin typeface="Aptos Narrow"/>
              <a:cs typeface="Aptos Narrow"/>
            </a:endParaRPr>
          </a:p>
        </p:txBody>
      </p:sp>
      <p:cxnSp>
        <p:nvCxnSpPr>
          <p:cNvPr id="1842571458" name=""/>
          <p:cNvCxnSpPr/>
          <p:nvPr/>
        </p:nvCxnSpPr>
        <p:spPr bwMode="auto">
          <a:xfrm flipH="0" flipV="0">
            <a:off x="5283198" y="1600185"/>
            <a:ext cx="6502399" cy="338"/>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065701629" name=""/>
          <p:cNvCxnSpPr/>
          <p:nvPr/>
        </p:nvCxnSpPr>
        <p:spPr bwMode="auto">
          <a:xfrm flipH="0" flipV="0">
            <a:off x="406397" y="1600200"/>
            <a:ext cx="4673601" cy="0"/>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842734150" name=""/>
          <p:cNvSpPr txBox="1"/>
          <p:nvPr/>
        </p:nvSpPr>
        <p:spPr bwMode="auto">
          <a:xfrm rot="0" flipH="0" flipV="0">
            <a:off x="5283198" y="1193800"/>
            <a:ext cx="65023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defRPr/>
            </a:pPr>
            <a:r>
              <a:rPr lang="it-IT" b="1">
                <a:solidFill>
                  <a:schemeClr val="tx1"/>
                </a:solidFill>
                <a:latin typeface="Aptos Narrow"/>
                <a:ea typeface="Aptos Narrow"/>
                <a:cs typeface="Aptos Narrow"/>
              </a:rPr>
              <a:t>Business description</a:t>
            </a:r>
            <a:endParaRPr b="1">
              <a:solidFill>
                <a:schemeClr val="tx1"/>
              </a:solidFill>
              <a:latin typeface="Aptos Narrow"/>
              <a:cs typeface="Aptos Narrow"/>
            </a:endParaRPr>
          </a:p>
        </p:txBody>
      </p:sp>
      <p:sp>
        <p:nvSpPr>
          <p:cNvPr id="1809521249" name=""/>
          <p:cNvSpPr txBox="1"/>
          <p:nvPr/>
        </p:nvSpPr>
        <p:spPr bwMode="auto">
          <a:xfrm rot="0" flipH="0" flipV="0">
            <a:off x="406397" y="1193799"/>
            <a:ext cx="4673601"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b="1">
                <a:solidFill>
                  <a:schemeClr val="tx1"/>
                </a:solidFill>
                <a:latin typeface="Aptos Narrow"/>
                <a:ea typeface="Aptos Narrow"/>
                <a:cs typeface="Aptos Narrow"/>
              </a:rPr>
              <a:t>Key data</a:t>
            </a:r>
            <a:endParaRPr b="1">
              <a:solidFill>
                <a:schemeClr val="tx1"/>
              </a:solidFill>
              <a:latin typeface="Aptos Narrow"/>
              <a:cs typeface="Aptos Narrow"/>
            </a:endParaRPr>
          </a:p>
        </p:txBody>
      </p:sp>
      <p:sp>
        <p:nvSpPr>
          <p:cNvPr id="2027079376" name="description"/>
          <p:cNvSpPr txBox="1"/>
          <p:nvPr/>
        </p:nvSpPr>
        <p:spPr bwMode="auto">
          <a:xfrm rot="0" flipH="0" flipV="0">
            <a:off x="5283198" y="1803399"/>
            <a:ext cx="6502398" cy="1828797"/>
          </a:xfrm>
          <a:prstGeom prst="rect">
            <a:avLst/>
          </a:prstGeom>
          <a:gradFill>
            <a:gsLst>
              <a:gs pos="0">
                <a:schemeClr val="bg1"/>
              </a:gs>
              <a:gs pos="100000">
                <a:schemeClr val="bg1">
                  <a:lumMod val="85000"/>
                </a:schemeClr>
              </a:gs>
            </a:gsLst>
            <a:lin ang="2700000" scaled="1"/>
          </a:gradFill>
          <a:ln w="12700">
            <a:solidFill>
              <a:schemeClr val="tx1"/>
            </a:solidFill>
            <a:prstDash val="solid"/>
          </a:ln>
        </p:spPr>
        <p:txBody>
          <a:bodyPr vertOverflow="overflow" horzOverflow="overflow" vert="horz" wrap="square" lIns="91440" tIns="45720" rIns="91440" bIns="45720" numCol="1" spcCol="0" rtlCol="0" fromWordArt="0" anchor="t" anchorCtr="0" forceAA="0" upright="0" compatLnSpc="0">
            <a:noAutofit/>
          </a:bodyPr>
          <a:p>
            <a:pPr algn="just">
              <a:defRPr/>
            </a:pPr>
            <a:r>
              <a:rPr lang="en-US" sz="1600" b="0" i="0" u="none" strike="noStrike" cap="none" spc="0">
                <a:solidFill>
                  <a:schemeClr val="tx1"/>
                </a:solidFill>
                <a:latin typeface="Aptos Narrow"/>
                <a:ea typeface="Aptos Narrow"/>
                <a:cs typeface="Aptos Narrow"/>
              </a:rPr>
              <a:t>Lorem ipsum dolor sit amet, consectetur adipiscing elit. Maecenas sed turpis ante. Vivamus id lorem orci. Phasellus ut quam purus. Nulla ligula leo, pharetra vitae sapien sit amet, pretium lacinia libero. Vivamus ligula ipsum, porta vel dapibus vel, tincidunt id libero. Duis euismod sit amet nisl eget molestie. Fusce condimentum quam ante, eu pellentesque eros finibus et. Cras ultricies fringilla tincidunt. </a:t>
            </a:r>
            <a:endParaRPr sz="1600">
              <a:solidFill>
                <a:schemeClr val="tx1"/>
              </a:solidFill>
              <a:latin typeface="Aptos Narrow"/>
              <a:cs typeface="Aptos Narrow"/>
            </a:endParaRPr>
          </a:p>
        </p:txBody>
      </p:sp>
      <p:cxnSp>
        <p:nvCxnSpPr>
          <p:cNvPr id="257698639" name=""/>
          <p:cNvCxnSpPr/>
          <p:nvPr/>
        </p:nvCxnSpPr>
        <p:spPr bwMode="auto">
          <a:xfrm flipH="0" flipV="0">
            <a:off x="5486400" y="5257800"/>
            <a:ext cx="1219200" cy="0"/>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936355256" name="ltm_revenue"/>
          <p:cNvSpPr txBox="1"/>
          <p:nvPr/>
        </p:nvSpPr>
        <p:spPr bwMode="auto">
          <a:xfrm rot="0" flipH="0" flipV="0">
            <a:off x="5486400" y="4648200"/>
            <a:ext cx="1219200" cy="6095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2400" b="1">
                <a:solidFill>
                  <a:schemeClr val="accent1"/>
                </a:solidFill>
                <a:latin typeface="Aptos Narrow"/>
                <a:ea typeface="Aptos Narrow"/>
                <a:cs typeface="Aptos Narrow"/>
              </a:rPr>
              <a:t>XX.XB</a:t>
            </a:r>
            <a:endParaRPr sz="2400" b="1">
              <a:solidFill>
                <a:schemeClr val="accent1"/>
              </a:solidFill>
              <a:latin typeface="Aptos Narrow"/>
              <a:cs typeface="Aptos Narrow"/>
            </a:endParaRPr>
          </a:p>
        </p:txBody>
      </p:sp>
      <p:sp>
        <p:nvSpPr>
          <p:cNvPr id="1977612834" name=""/>
          <p:cNvSpPr txBox="1"/>
          <p:nvPr/>
        </p:nvSpPr>
        <p:spPr bwMode="auto">
          <a:xfrm rot="0" flipH="0" flipV="0">
            <a:off x="5486400" y="5257800"/>
            <a:ext cx="1219200" cy="6095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LTM Revenue</a:t>
            </a:r>
            <a:endParaRPr sz="1400" b="1">
              <a:solidFill>
                <a:schemeClr val="tx1"/>
              </a:solidFill>
              <a:latin typeface="Aptos Narrow"/>
              <a:cs typeface="Aptos Narrow"/>
            </a:endParaRPr>
          </a:p>
        </p:txBody>
      </p:sp>
      <p:cxnSp>
        <p:nvCxnSpPr>
          <p:cNvPr id="647898387" name=""/>
          <p:cNvCxnSpPr/>
          <p:nvPr/>
        </p:nvCxnSpPr>
        <p:spPr bwMode="auto">
          <a:xfrm flipH="0" flipV="0">
            <a:off x="7111999" y="5257800"/>
            <a:ext cx="1219200" cy="0"/>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921017296" name="revenue_growth"/>
          <p:cNvSpPr txBox="1"/>
          <p:nvPr/>
        </p:nvSpPr>
        <p:spPr bwMode="auto">
          <a:xfrm rot="0" flipH="0" flipV="0">
            <a:off x="7112000" y="4648200"/>
            <a:ext cx="1219200" cy="6095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2400" b="1">
                <a:solidFill>
                  <a:schemeClr val="accent1"/>
                </a:solidFill>
                <a:latin typeface="Aptos Narrow"/>
                <a:ea typeface="Aptos Narrow"/>
                <a:cs typeface="Aptos Narrow"/>
              </a:rPr>
              <a:t>XX.X%</a:t>
            </a:r>
            <a:endParaRPr sz="2400" b="1">
              <a:solidFill>
                <a:schemeClr val="accent1"/>
              </a:solidFill>
              <a:latin typeface="Aptos Narrow"/>
              <a:cs typeface="Aptos Narrow"/>
            </a:endParaRPr>
          </a:p>
        </p:txBody>
      </p:sp>
      <p:sp>
        <p:nvSpPr>
          <p:cNvPr id="286425450" name=""/>
          <p:cNvSpPr txBox="1"/>
          <p:nvPr/>
        </p:nvSpPr>
        <p:spPr bwMode="auto">
          <a:xfrm rot="0" flipH="0" flipV="0">
            <a:off x="7111999" y="5257800"/>
            <a:ext cx="1219200" cy="6095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Revenue growth</a:t>
            </a:r>
            <a:endParaRPr sz="1400" b="1">
              <a:solidFill>
                <a:schemeClr val="tx1"/>
              </a:solidFill>
              <a:latin typeface="Aptos Narrow"/>
              <a:cs typeface="Aptos Narrow"/>
            </a:endParaRPr>
          </a:p>
        </p:txBody>
      </p:sp>
      <p:cxnSp>
        <p:nvCxnSpPr>
          <p:cNvPr id="1531801383" name=""/>
          <p:cNvCxnSpPr/>
          <p:nvPr/>
        </p:nvCxnSpPr>
        <p:spPr bwMode="auto">
          <a:xfrm flipH="0" flipV="0">
            <a:off x="8737599" y="5257800"/>
            <a:ext cx="1219200" cy="0"/>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215495915" name="ltm_ebitda"/>
          <p:cNvSpPr txBox="1"/>
          <p:nvPr/>
        </p:nvSpPr>
        <p:spPr bwMode="auto">
          <a:xfrm rot="0" flipH="0" flipV="0">
            <a:off x="8737600" y="4648200"/>
            <a:ext cx="1219200" cy="6095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2400" b="1">
                <a:solidFill>
                  <a:schemeClr val="accent1"/>
                </a:solidFill>
                <a:latin typeface="Aptos Narrow"/>
                <a:ea typeface="Aptos Narrow"/>
                <a:cs typeface="Aptos Narrow"/>
              </a:rPr>
              <a:t>XX.XB</a:t>
            </a:r>
            <a:endParaRPr sz="2400" b="1">
              <a:solidFill>
                <a:schemeClr val="accent1"/>
              </a:solidFill>
              <a:latin typeface="Aptos Narrow"/>
              <a:cs typeface="Aptos Narrow"/>
            </a:endParaRPr>
          </a:p>
        </p:txBody>
      </p:sp>
      <p:sp>
        <p:nvSpPr>
          <p:cNvPr id="1699076555" name=""/>
          <p:cNvSpPr txBox="1"/>
          <p:nvPr/>
        </p:nvSpPr>
        <p:spPr bwMode="auto">
          <a:xfrm rot="0" flipH="0" flipV="0">
            <a:off x="8737599" y="5257800"/>
            <a:ext cx="1219200" cy="6095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LTM EBITDA</a:t>
            </a:r>
            <a:endParaRPr sz="1400" b="1">
              <a:solidFill>
                <a:schemeClr val="tx1"/>
              </a:solidFill>
              <a:latin typeface="Aptos Narrow"/>
              <a:cs typeface="Aptos Narrow"/>
            </a:endParaRPr>
          </a:p>
        </p:txBody>
      </p:sp>
      <p:cxnSp>
        <p:nvCxnSpPr>
          <p:cNvPr id="1497541660" name=""/>
          <p:cNvCxnSpPr/>
          <p:nvPr/>
        </p:nvCxnSpPr>
        <p:spPr bwMode="auto">
          <a:xfrm flipH="0" flipV="0">
            <a:off x="10363197" y="5257800"/>
            <a:ext cx="1219200" cy="0"/>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779395040" name="ebitda_margin"/>
          <p:cNvSpPr txBox="1"/>
          <p:nvPr/>
        </p:nvSpPr>
        <p:spPr bwMode="auto">
          <a:xfrm rot="0" flipH="0" flipV="0">
            <a:off x="10363198" y="4648200"/>
            <a:ext cx="1219200" cy="6095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2400" b="1">
                <a:solidFill>
                  <a:schemeClr val="accent1"/>
                </a:solidFill>
                <a:latin typeface="Aptos Narrow"/>
                <a:ea typeface="Aptos Narrow"/>
                <a:cs typeface="Aptos Narrow"/>
              </a:rPr>
              <a:t>XX.X%</a:t>
            </a:r>
            <a:endParaRPr sz="2400" b="1">
              <a:solidFill>
                <a:schemeClr val="accent1"/>
              </a:solidFill>
              <a:latin typeface="Aptos Narrow"/>
              <a:cs typeface="Aptos Narrow"/>
            </a:endParaRPr>
          </a:p>
        </p:txBody>
      </p:sp>
      <p:sp>
        <p:nvSpPr>
          <p:cNvPr id="480091914" name=""/>
          <p:cNvSpPr txBox="1"/>
          <p:nvPr/>
        </p:nvSpPr>
        <p:spPr bwMode="auto">
          <a:xfrm rot="0" flipH="0" flipV="0">
            <a:off x="10363197" y="5257800"/>
            <a:ext cx="1219200" cy="6095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EBITDA margin</a:t>
            </a:r>
            <a:endParaRPr sz="1400" b="1">
              <a:solidFill>
                <a:schemeClr val="tx1"/>
              </a:solidFill>
              <a:latin typeface="Aptos Narrow"/>
              <a:cs typeface="Aptos Narrow"/>
            </a:endParaRPr>
          </a:p>
        </p:txBody>
      </p:sp>
      <p:sp>
        <p:nvSpPr>
          <p:cNvPr id="953030831" name=""/>
          <p:cNvSpPr txBox="1"/>
          <p:nvPr/>
        </p:nvSpPr>
        <p:spPr bwMode="auto">
          <a:xfrm rot="0" flipH="0" flipV="0">
            <a:off x="5283198" y="3835399"/>
            <a:ext cx="6502398" cy="406397"/>
          </a:xfrm>
          <a:prstGeom prst="rect">
            <a:avLst/>
          </a:prstGeom>
          <a:gradFill>
            <a:gsLst>
              <a:gs pos="0">
                <a:schemeClr val="tx1"/>
              </a:gs>
              <a:gs pos="100000">
                <a:schemeClr val="tx1">
                  <a:lumMod val="65000"/>
                  <a:lumOff val="35000"/>
                </a:schemeClr>
              </a:gs>
            </a:gsLst>
            <a:lin ang="2700000" scaled="1"/>
          </a:gradFill>
          <a:ln w="12700">
            <a:solidFill>
              <a:schemeClr val="tx1"/>
            </a:solidFill>
            <a:prstDash val="solid"/>
          </a:ln>
        </p:spPr>
        <p:txBody>
          <a:bodyPr vertOverflow="overflow" horzOverflow="overflow" vert="horz" wrap="square" lIns="91440" tIns="45720" rIns="91440" bIns="45720" numCol="1" spcCol="0" rtlCol="0" fromWordArt="0" anchor="ctr" anchorCtr="0" forceAA="0" upright="0" compatLnSpc="0">
            <a:noAutofit/>
          </a:bodyPr>
          <a:p>
            <a:pPr>
              <a:defRPr/>
            </a:pPr>
            <a:r>
              <a:rPr lang="it-IT" b="1">
                <a:solidFill>
                  <a:schemeClr val="bg2"/>
                </a:solidFill>
                <a:latin typeface="Aptos Narrow"/>
                <a:ea typeface="Aptos Narrow"/>
                <a:cs typeface="Aptos Narrow"/>
              </a:rPr>
              <a:t>Latest financials</a:t>
            </a:r>
            <a:endParaRPr b="1">
              <a:solidFill>
                <a:schemeClr val="bg2"/>
              </a:solidFill>
              <a:latin typeface="Aptos Narrow"/>
              <a:cs typeface="Aptos Narrow"/>
            </a:endParaRPr>
          </a:p>
        </p:txBody>
      </p:sp>
      <p:cxnSp>
        <p:nvCxnSpPr>
          <p:cNvPr id="1850083378" name=""/>
          <p:cNvCxnSpPr/>
          <p:nvPr/>
        </p:nvCxnSpPr>
        <p:spPr bwMode="auto">
          <a:xfrm rot="0" flipH="0" flipV="0">
            <a:off x="2235196" y="2425534"/>
            <a:ext cx="26416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281726721" name=""/>
          <p:cNvCxnSpPr/>
          <p:nvPr/>
        </p:nvCxnSpPr>
        <p:spPr bwMode="auto">
          <a:xfrm rot="0" flipH="0" flipV="0">
            <a:off x="609597" y="2425892"/>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464366003" name=""/>
          <p:cNvCxnSpPr/>
          <p:nvPr/>
        </p:nvCxnSpPr>
        <p:spPr bwMode="auto">
          <a:xfrm rot="0" flipH="0" flipV="0">
            <a:off x="2235196" y="2857358"/>
            <a:ext cx="26416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326514694" name=""/>
          <p:cNvCxnSpPr/>
          <p:nvPr/>
        </p:nvCxnSpPr>
        <p:spPr bwMode="auto">
          <a:xfrm rot="0" flipH="0" flipV="0">
            <a:off x="609597" y="2857718"/>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208989823" name=""/>
          <p:cNvCxnSpPr/>
          <p:nvPr/>
        </p:nvCxnSpPr>
        <p:spPr bwMode="auto">
          <a:xfrm rot="0" flipH="0" flipV="0">
            <a:off x="2235196" y="3289184"/>
            <a:ext cx="26416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103733350" name=""/>
          <p:cNvCxnSpPr/>
          <p:nvPr/>
        </p:nvCxnSpPr>
        <p:spPr bwMode="auto">
          <a:xfrm rot="0" flipH="0" flipV="0">
            <a:off x="609597" y="3289477"/>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730335108" name=""/>
          <p:cNvCxnSpPr/>
          <p:nvPr/>
        </p:nvCxnSpPr>
        <p:spPr bwMode="auto">
          <a:xfrm rot="0" flipH="0" flipV="0">
            <a:off x="2235196" y="3720980"/>
            <a:ext cx="26416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236593648" name=""/>
          <p:cNvCxnSpPr/>
          <p:nvPr/>
        </p:nvCxnSpPr>
        <p:spPr bwMode="auto">
          <a:xfrm rot="0" flipH="0" flipV="0">
            <a:off x="609597" y="3721276"/>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136183172" name=""/>
          <p:cNvCxnSpPr/>
          <p:nvPr/>
        </p:nvCxnSpPr>
        <p:spPr bwMode="auto">
          <a:xfrm rot="0" flipH="0" flipV="0">
            <a:off x="2235196" y="4152741"/>
            <a:ext cx="26416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426056785" name=""/>
          <p:cNvCxnSpPr/>
          <p:nvPr/>
        </p:nvCxnSpPr>
        <p:spPr bwMode="auto">
          <a:xfrm rot="0" flipH="0" flipV="0">
            <a:off x="609597" y="4153035"/>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824741038" name=""/>
          <p:cNvCxnSpPr/>
          <p:nvPr/>
        </p:nvCxnSpPr>
        <p:spPr bwMode="auto">
          <a:xfrm rot="0" flipH="0" flipV="0">
            <a:off x="2235196" y="4584542"/>
            <a:ext cx="26416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594242458" name=""/>
          <p:cNvCxnSpPr/>
          <p:nvPr/>
        </p:nvCxnSpPr>
        <p:spPr bwMode="auto">
          <a:xfrm rot="0" flipH="0" flipV="0">
            <a:off x="609597" y="4584838"/>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973086408" name=""/>
          <p:cNvCxnSpPr/>
          <p:nvPr/>
        </p:nvCxnSpPr>
        <p:spPr bwMode="auto">
          <a:xfrm rot="0" flipH="0" flipV="0">
            <a:off x="2235196" y="5016303"/>
            <a:ext cx="26416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204858409" name=""/>
          <p:cNvCxnSpPr/>
          <p:nvPr/>
        </p:nvCxnSpPr>
        <p:spPr bwMode="auto">
          <a:xfrm rot="0" flipH="0" flipV="0">
            <a:off x="609597" y="5016597"/>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396683120" name=""/>
          <p:cNvCxnSpPr/>
          <p:nvPr/>
        </p:nvCxnSpPr>
        <p:spPr bwMode="auto">
          <a:xfrm rot="0" flipH="0" flipV="0">
            <a:off x="609597" y="5448465"/>
            <a:ext cx="1219199" cy="0"/>
          </a:xfrm>
          <a:prstGeom prst="line">
            <a:avLst/>
          </a:prstGeom>
          <a:ln w="6350" cap="flat" cmpd="sng" algn="ctr">
            <a:solidFill>
              <a:schemeClr val="bg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43510679" name=""/>
          <p:cNvCxnSpPr/>
          <p:nvPr/>
        </p:nvCxnSpPr>
        <p:spPr bwMode="auto">
          <a:xfrm rot="0" flipH="0" flipV="0">
            <a:off x="2235197" y="5448064"/>
            <a:ext cx="2641604"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5729178" name="Footer Placeholder 4"/>
          <p:cNvSpPr>
            <a:spLocks noGrp="1"/>
          </p:cNvSpPr>
          <p:nvPr>
            <p:ph type="ftr" sz="quarter" idx="3"/>
          </p:nvPr>
        </p:nvSpPr>
        <p:spPr bwMode="auto">
          <a:prstGeom prst="rect">
            <a:avLst/>
          </a:prstGeom>
        </p:spPr>
        <p:txBody>
          <a:bodyPr/>
          <a:lstStyle/>
          <a:p>
            <a:pPr>
              <a:defRPr/>
            </a:pPr>
            <a:r>
              <a:rPr lang="it-IT">
                <a:latin typeface="Aptos Narrow"/>
                <a:ea typeface="Aptos Narrow"/>
                <a:cs typeface="Aptos Narrow"/>
              </a:rPr>
              <a:t>Note: All figures expressed in USD</a:t>
            </a:r>
            <a:endParaRPr>
              <a:latin typeface="Aptos Narrow"/>
              <a:cs typeface="Aptos Narrow"/>
            </a:endParaRPr>
          </a:p>
          <a:p>
            <a:pPr>
              <a:defRPr/>
            </a:pPr>
            <a:r>
              <a:rPr>
                <a:latin typeface="Aptos Narrow"/>
                <a:ea typeface="Aptos Narrow"/>
                <a:cs typeface="Aptos Narrow"/>
              </a:rPr>
              <a:t>Source</a:t>
            </a:r>
            <a:r>
              <a:rPr lang="it-IT">
                <a:latin typeface="Aptos Narrow"/>
                <a:ea typeface="Aptos Narrow"/>
                <a:cs typeface="Aptos Narrow"/>
              </a:rPr>
              <a:t>: Yahoo Finance</a:t>
            </a:r>
            <a:endParaRPr>
              <a:latin typeface="Aptos Narrow"/>
              <a:cs typeface="Aptos Narrow"/>
            </a:endParaRPr>
          </a:p>
        </p:txBody>
      </p:sp>
      <p:sp>
        <p:nvSpPr>
          <p:cNvPr id="1012086158" name="Rectangle 155402662"/>
          <p:cNvSpPr txBox="1"/>
          <p:nvPr/>
        </p:nvSpPr>
        <p:spPr bwMode="auto">
          <a:xfrm rot="0" flipH="0" flipV="0">
            <a:off x="3454398" y="6273801"/>
            <a:ext cx="1219199" cy="406399"/>
          </a:xfrm>
          <a:prstGeom prst="rect">
            <a:avLst/>
          </a:prstGeom>
          <a:noFill/>
        </p:spPr>
        <p:txBody>
          <a:bodyPr vertOverflow="overflow" horzOverflow="overflow" vert="horz" wrap="square" lIns="45720" tIns="45720" rIns="45720" bIns="45720" numCol="1" spcCol="0" rtlCol="0" fromWordArt="0" anchor="b" anchorCtr="0" forceAA="0" upright="0" compatLnSpc="0">
            <a:noAutofit/>
          </a:bodyPr>
          <a:p>
            <a:pPr algn="l">
              <a:defRPr/>
            </a:pPr>
            <a:r>
              <a:rPr lang="it-IT" sz="1400" b="0">
                <a:solidFill>
                  <a:schemeClr val="tx1"/>
                </a:solidFill>
                <a:latin typeface="Aptos Narrow"/>
                <a:ea typeface="Aptos Narrow"/>
                <a:cs typeface="Aptos Narrow"/>
              </a:rPr>
              <a:t>Close </a:t>
            </a:r>
            <a:r>
              <a:rPr lang="it-IT" sz="1400" b="0">
                <a:solidFill>
                  <a:schemeClr val="tx1"/>
                </a:solidFill>
                <a:latin typeface="Aptos Narrow"/>
                <a:ea typeface="Aptos Narrow"/>
                <a:cs typeface="Aptos Narrow"/>
              </a:rPr>
              <a:t>price</a:t>
            </a:r>
            <a:endParaRPr sz="1400" b="0">
              <a:solidFill>
                <a:schemeClr val="tx1"/>
              </a:solidFill>
              <a:latin typeface="Aptos Narrow"/>
              <a:cs typeface="Aptos Narrow"/>
            </a:endParaRPr>
          </a:p>
        </p:txBody>
      </p:sp>
      <p:sp>
        <p:nvSpPr>
          <p:cNvPr id="58888146" name="Rectangle 155402662"/>
          <p:cNvSpPr txBox="1"/>
          <p:nvPr/>
        </p:nvSpPr>
        <p:spPr bwMode="auto">
          <a:xfrm rot="0" flipH="0" flipV="0">
            <a:off x="4876799" y="6273798"/>
            <a:ext cx="1219199" cy="406399"/>
          </a:xfrm>
          <a:prstGeom prst="rect">
            <a:avLst/>
          </a:prstGeom>
          <a:noFill/>
        </p:spPr>
        <p:txBody>
          <a:bodyPr vertOverflow="overflow" horzOverflow="overflow" vert="horz" wrap="square" lIns="45720" tIns="45720" rIns="45720" bIns="45720" numCol="1" spcCol="0" rtlCol="0" fromWordArt="0" anchor="b" anchorCtr="0" forceAA="0" upright="0" compatLnSpc="0">
            <a:noAutofit/>
          </a:bodyPr>
          <a:p>
            <a:pPr algn="l">
              <a:defRPr/>
            </a:pPr>
            <a:r>
              <a:rPr lang="it-IT" sz="1400" b="0">
                <a:solidFill>
                  <a:schemeClr val="tx1"/>
                </a:solidFill>
                <a:latin typeface="Aptos Narrow"/>
                <a:ea typeface="Aptos Narrow"/>
                <a:cs typeface="Aptos Narrow"/>
              </a:rPr>
              <a:t>Mean price</a:t>
            </a:r>
            <a:endParaRPr sz="1400" b="0">
              <a:solidFill>
                <a:schemeClr val="tx1"/>
              </a:solidFill>
              <a:latin typeface="Aptos Narrow"/>
              <a:cs typeface="Aptos Narrow"/>
            </a:endParaRPr>
          </a:p>
        </p:txBody>
      </p:sp>
      <p:sp>
        <p:nvSpPr>
          <p:cNvPr id="196938319" name="Rectangle 155402662"/>
          <p:cNvSpPr txBox="1"/>
          <p:nvPr/>
        </p:nvSpPr>
        <p:spPr bwMode="auto">
          <a:xfrm rot="0" flipH="0" flipV="0">
            <a:off x="6299198" y="6273798"/>
            <a:ext cx="2031997" cy="406399"/>
          </a:xfrm>
          <a:prstGeom prst="rect">
            <a:avLst/>
          </a:prstGeom>
          <a:noFill/>
        </p:spPr>
        <p:txBody>
          <a:bodyPr vertOverflow="overflow" horzOverflow="overflow" vert="horz" wrap="square" lIns="45720" tIns="45720" rIns="45720" bIns="45720" numCol="1" spcCol="0" rtlCol="0" fromWordArt="0" anchor="b" anchorCtr="0" forceAA="0" upright="0" compatLnSpc="0">
            <a:noAutofit/>
          </a:bodyPr>
          <a:p>
            <a:pPr algn="l">
              <a:defRPr/>
            </a:pPr>
            <a:r>
              <a:rPr lang="it-IT" sz="1400" b="0">
                <a:solidFill>
                  <a:schemeClr val="tx1"/>
                </a:solidFill>
                <a:latin typeface="Aptos Narrow"/>
                <a:ea typeface="Aptos Narrow"/>
                <a:cs typeface="Aptos Narrow"/>
              </a:rPr>
              <a:t>Analyst expectation</a:t>
            </a:r>
            <a:endParaRPr sz="1400" b="0">
              <a:solidFill>
                <a:schemeClr val="tx1"/>
              </a:solidFill>
              <a:latin typeface="Aptos Narrow"/>
              <a:cs typeface="Aptos Narrow"/>
            </a:endParaRPr>
          </a:p>
        </p:txBody>
      </p:sp>
      <p:sp>
        <p:nvSpPr>
          <p:cNvPr id="395957939" name=""/>
          <p:cNvSpPr/>
          <p:nvPr/>
        </p:nvSpPr>
        <p:spPr bwMode="auto">
          <a:xfrm rot="0" flipH="0" flipV="0">
            <a:off x="406399" y="1803399"/>
            <a:ext cx="7924793" cy="4267199"/>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287554380" name=""/>
          <p:cNvSpPr/>
          <p:nvPr/>
        </p:nvSpPr>
        <p:spPr bwMode="auto">
          <a:xfrm rot="0" flipH="0" flipV="0">
            <a:off x="10159997" y="1803399"/>
            <a:ext cx="1625598" cy="4267199"/>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525072123" name="Title 1"/>
          <p:cNvSpPr>
            <a:spLocks noGrp="1"/>
          </p:cNvSpPr>
          <p:nvPr>
            <p:ph type="title"/>
          </p:nvPr>
        </p:nvSpPr>
        <p:spPr bwMode="auto"/>
        <p:txBody>
          <a:bodyPr/>
          <a:lstStyle/>
          <a:p>
            <a:pPr>
              <a:defRPr/>
            </a:pPr>
            <a:r>
              <a:rPr lang="it-IT" sz="2400" b="1" i="0" u="none" strike="noStrike" cap="none" spc="0">
                <a:solidFill>
                  <a:schemeClr val="accent1"/>
                </a:solidFill>
                <a:latin typeface="Aptos Narrow"/>
                <a:ea typeface="Aptos Narrow"/>
                <a:cs typeface="Aptos Narrow"/>
              </a:rPr>
              <a:t>{company_name}</a:t>
            </a:r>
            <a:r>
              <a:rPr lang="it-IT" sz="2400" b="1" i="0" u="none" strike="noStrike" cap="none" spc="0">
                <a:solidFill>
                  <a:schemeClr val="tx2"/>
                </a:solidFill>
                <a:latin typeface="Aptos Narrow"/>
                <a:ea typeface="Aptos Narrow"/>
                <a:cs typeface="Aptos Narrow"/>
              </a:rPr>
              <a:t> </a:t>
            </a:r>
            <a:r>
              <a:rPr lang="it-IT">
                <a:solidFill>
                  <a:schemeClr val="tx1"/>
                </a:solidFill>
                <a:latin typeface="Aptos Narrow"/>
                <a:ea typeface="Aptos Narrow"/>
                <a:cs typeface="Aptos Narrow"/>
              </a:rPr>
              <a:t>| Historical trading price</a:t>
            </a:r>
            <a:endParaRPr>
              <a:solidFill>
                <a:schemeClr val="tx1"/>
              </a:solidFill>
              <a:latin typeface="Aptos Narrow"/>
              <a:cs typeface="Aptos Narrow"/>
            </a:endParaRPr>
          </a:p>
        </p:txBody>
      </p:sp>
      <p:sp>
        <p:nvSpPr>
          <p:cNvPr id="957509489" name="Slide Number Placeholder 5"/>
          <p:cNvSpPr>
            <a:spLocks noGrp="1"/>
          </p:cNvSpPr>
          <p:nvPr>
            <p:ph type="sldNum" sz="quarter" idx="4"/>
          </p:nvPr>
        </p:nvSpPr>
        <p:spPr bwMode="auto">
          <a:prstGeom prst="rect">
            <a:avLst/>
          </a:prstGeom>
        </p:spPr>
        <p:txBody>
          <a:bodyPr/>
          <a:lstStyle/>
          <a:p>
            <a:pPr>
              <a:defRPr/>
            </a:pPr>
            <a:fld id="{60174F69-8CA3-599D-BB30-EC0F6EAAB2E2}" type="slidenum">
              <a:rPr lang="en-US">
                <a:latin typeface="Aptos Narrow"/>
                <a:ea typeface="Aptos Narrow"/>
                <a:cs typeface="Aptos Narrow"/>
              </a:rPr>
              <a:t>2</a:t>
            </a:fld>
            <a:endParaRPr>
              <a:latin typeface="Aptos Narrow"/>
              <a:cs typeface="Aptos Narrow"/>
            </a:endParaRPr>
          </a:p>
        </p:txBody>
      </p:sp>
      <p:cxnSp>
        <p:nvCxnSpPr>
          <p:cNvPr id="776401926" name=""/>
          <p:cNvCxnSpPr/>
          <p:nvPr/>
        </p:nvCxnSpPr>
        <p:spPr bwMode="auto">
          <a:xfrm flipH="0" flipV="0">
            <a:off x="406398" y="1600521"/>
            <a:ext cx="7924795" cy="0"/>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690482887" name=""/>
          <p:cNvCxnSpPr/>
          <p:nvPr/>
        </p:nvCxnSpPr>
        <p:spPr bwMode="auto">
          <a:xfrm flipH="0" flipV="0">
            <a:off x="8534398" y="1600200"/>
            <a:ext cx="3251197" cy="321"/>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695357591" name=""/>
          <p:cNvSpPr txBox="1"/>
          <p:nvPr/>
        </p:nvSpPr>
        <p:spPr bwMode="auto">
          <a:xfrm rot="0" flipH="0" flipV="0">
            <a:off x="406399" y="1193799"/>
            <a:ext cx="7924793"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defRPr/>
            </a:pPr>
            <a:r>
              <a:rPr lang="it-IT" b="1">
                <a:solidFill>
                  <a:schemeClr val="tx1"/>
                </a:solidFill>
                <a:latin typeface="Aptos Narrow"/>
                <a:ea typeface="Aptos Narrow"/>
                <a:cs typeface="Aptos Narrow"/>
              </a:rPr>
              <a:t>Last 6 months trading price</a:t>
            </a:r>
            <a:endParaRPr b="1">
              <a:solidFill>
                <a:schemeClr val="tx1"/>
              </a:solidFill>
              <a:latin typeface="Aptos Narrow"/>
              <a:cs typeface="Aptos Narrow"/>
            </a:endParaRPr>
          </a:p>
        </p:txBody>
      </p:sp>
      <p:sp>
        <p:nvSpPr>
          <p:cNvPr id="1059978103" name=""/>
          <p:cNvSpPr txBox="1"/>
          <p:nvPr/>
        </p:nvSpPr>
        <p:spPr bwMode="auto">
          <a:xfrm rot="0" flipH="0" flipV="0">
            <a:off x="8534403" y="1193799"/>
            <a:ext cx="3251197"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b="1">
                <a:solidFill>
                  <a:schemeClr val="tx1"/>
                </a:solidFill>
                <a:latin typeface="Aptos Narrow"/>
                <a:ea typeface="Aptos Narrow"/>
                <a:cs typeface="Aptos Narrow"/>
              </a:rPr>
              <a:t>Price statistics</a:t>
            </a:r>
            <a:endParaRPr b="1">
              <a:solidFill>
                <a:schemeClr val="tx1"/>
              </a:solidFill>
              <a:latin typeface="Aptos Narrow"/>
              <a:cs typeface="Aptos Narrow"/>
            </a:endParaRPr>
          </a:p>
        </p:txBody>
      </p:sp>
      <p:sp>
        <p:nvSpPr>
          <p:cNvPr id="2041523442" name=""/>
          <p:cNvSpPr/>
          <p:nvPr/>
        </p:nvSpPr>
        <p:spPr bwMode="auto">
          <a:xfrm rot="0" flipH="0" flipV="0">
            <a:off x="8534397" y="1803399"/>
            <a:ext cx="1625598" cy="4267199"/>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latin typeface="Aptos Narrow"/>
              <a:cs typeface="Aptos Narrow"/>
            </a:endParaRPr>
          </a:p>
        </p:txBody>
      </p:sp>
      <p:cxnSp>
        <p:nvCxnSpPr>
          <p:cNvPr id="1274373384" name=""/>
          <p:cNvCxnSpPr/>
          <p:nvPr/>
        </p:nvCxnSpPr>
        <p:spPr bwMode="auto">
          <a:xfrm flipH="0" flipV="0">
            <a:off x="10363195" y="3835107"/>
            <a:ext cx="1219198" cy="293"/>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983734188" name=""/>
          <p:cNvCxnSpPr/>
          <p:nvPr/>
        </p:nvCxnSpPr>
        <p:spPr bwMode="auto">
          <a:xfrm flipH="0" flipV="0">
            <a:off x="10363195" y="4241504"/>
            <a:ext cx="1219198" cy="293"/>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696171894" name=""/>
          <p:cNvCxnSpPr/>
          <p:nvPr/>
        </p:nvCxnSpPr>
        <p:spPr bwMode="auto">
          <a:xfrm flipH="0" flipV="0">
            <a:off x="10363195" y="4647906"/>
            <a:ext cx="1219198" cy="293"/>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851874978" name=""/>
          <p:cNvCxnSpPr/>
          <p:nvPr/>
        </p:nvCxnSpPr>
        <p:spPr bwMode="auto">
          <a:xfrm flipH="0" flipV="0">
            <a:off x="10363195" y="5054305"/>
            <a:ext cx="1219198" cy="293"/>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044940067" name=""/>
          <p:cNvCxnSpPr/>
          <p:nvPr/>
        </p:nvCxnSpPr>
        <p:spPr bwMode="auto">
          <a:xfrm flipH="0" flipV="0">
            <a:off x="10363195" y="5460707"/>
            <a:ext cx="1219198" cy="293"/>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88147475" name="mean_price"/>
          <p:cNvSpPr txBox="1"/>
          <p:nvPr/>
        </p:nvSpPr>
        <p:spPr bwMode="auto">
          <a:xfrm rot="0" flipH="0" flipV="0">
            <a:off x="10159998" y="2819400"/>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600" b="1">
                <a:solidFill>
                  <a:schemeClr val="accent3"/>
                </a:solidFill>
                <a:latin typeface="Aptos Narrow"/>
                <a:ea typeface="Aptos Narrow"/>
                <a:cs typeface="Aptos Narrow"/>
              </a:rPr>
              <a:t>XXX</a:t>
            </a:r>
            <a:endParaRPr sz="1600" b="1">
              <a:solidFill>
                <a:schemeClr val="accent3"/>
              </a:solidFill>
              <a:latin typeface="Aptos Narrow"/>
              <a:cs typeface="Aptos Narrow"/>
            </a:endParaRPr>
          </a:p>
        </p:txBody>
      </p:sp>
      <p:sp>
        <p:nvSpPr>
          <p:cNvPr id="1091193202" name="max_price"/>
          <p:cNvSpPr txBox="1"/>
          <p:nvPr/>
        </p:nvSpPr>
        <p:spPr bwMode="auto">
          <a:xfrm rot="0" flipH="0" flipV="0">
            <a:off x="10159998" y="3428705"/>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XXX</a:t>
            </a:r>
            <a:endParaRPr sz="1400" b="0">
              <a:solidFill>
                <a:schemeClr val="tx1"/>
              </a:solidFill>
              <a:latin typeface="Aptos Narrow"/>
              <a:cs typeface="Aptos Narrow"/>
            </a:endParaRPr>
          </a:p>
        </p:txBody>
      </p:sp>
      <p:sp>
        <p:nvSpPr>
          <p:cNvPr id="1302606865" name="50p_price"/>
          <p:cNvSpPr txBox="1"/>
          <p:nvPr/>
        </p:nvSpPr>
        <p:spPr bwMode="auto">
          <a:xfrm rot="0" flipH="0" flipV="0">
            <a:off x="10159998" y="4241504"/>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XXX</a:t>
            </a:r>
            <a:endParaRPr sz="1400" b="1">
              <a:solidFill>
                <a:schemeClr val="tx1"/>
              </a:solidFill>
              <a:latin typeface="Aptos Narrow"/>
              <a:cs typeface="Aptos Narrow"/>
            </a:endParaRPr>
          </a:p>
        </p:txBody>
      </p:sp>
      <p:sp>
        <p:nvSpPr>
          <p:cNvPr id="1704068235" name="25p_price"/>
          <p:cNvSpPr txBox="1"/>
          <p:nvPr/>
        </p:nvSpPr>
        <p:spPr bwMode="auto">
          <a:xfrm rot="0" flipH="0" flipV="0">
            <a:off x="10159998" y="4647903"/>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XXX</a:t>
            </a:r>
            <a:endParaRPr sz="1400" b="0">
              <a:solidFill>
                <a:schemeClr val="tx1"/>
              </a:solidFill>
              <a:latin typeface="Aptos Narrow"/>
              <a:cs typeface="Aptos Narrow"/>
            </a:endParaRPr>
          </a:p>
        </p:txBody>
      </p:sp>
      <p:sp>
        <p:nvSpPr>
          <p:cNvPr id="1998764105" name="min_price"/>
          <p:cNvSpPr txBox="1"/>
          <p:nvPr/>
        </p:nvSpPr>
        <p:spPr bwMode="auto">
          <a:xfrm rot="0" flipH="0" flipV="0">
            <a:off x="10159998" y="5054303"/>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XXX</a:t>
            </a:r>
            <a:endParaRPr sz="1400" b="0">
              <a:solidFill>
                <a:schemeClr val="tx1"/>
              </a:solidFill>
              <a:latin typeface="Aptos Narrow"/>
              <a:cs typeface="Aptos Narrow"/>
            </a:endParaRPr>
          </a:p>
        </p:txBody>
      </p:sp>
      <p:sp>
        <p:nvSpPr>
          <p:cNvPr id="63745802" name="std_price"/>
          <p:cNvSpPr txBox="1"/>
          <p:nvPr/>
        </p:nvSpPr>
        <p:spPr bwMode="auto">
          <a:xfrm rot="0" flipH="0" flipV="0">
            <a:off x="10159998" y="5461000"/>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1507845737" name="75p_price"/>
          <p:cNvSpPr txBox="1"/>
          <p:nvPr/>
        </p:nvSpPr>
        <p:spPr bwMode="auto">
          <a:xfrm rot="0" flipH="0" flipV="0">
            <a:off x="10159998" y="3835103"/>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XXX</a:t>
            </a:r>
            <a:endParaRPr sz="1400" b="0">
              <a:solidFill>
                <a:schemeClr val="tx1"/>
              </a:solidFill>
              <a:latin typeface="Aptos Narrow"/>
              <a:cs typeface="Aptos Narrow"/>
            </a:endParaRPr>
          </a:p>
        </p:txBody>
      </p:sp>
      <p:cxnSp>
        <p:nvCxnSpPr>
          <p:cNvPr id="1821411618" name=""/>
          <p:cNvCxnSpPr/>
          <p:nvPr/>
        </p:nvCxnSpPr>
        <p:spPr bwMode="auto">
          <a:xfrm flipH="0" flipV="0">
            <a:off x="10363195" y="3428640"/>
            <a:ext cx="1219198"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669566200" name=""/>
          <p:cNvCxnSpPr/>
          <p:nvPr/>
        </p:nvCxnSpPr>
        <p:spPr bwMode="auto">
          <a:xfrm flipH="0" flipV="0">
            <a:off x="10363195" y="2412999"/>
            <a:ext cx="1219198"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668639529" name="current_price"/>
          <p:cNvSpPr txBox="1"/>
          <p:nvPr/>
        </p:nvSpPr>
        <p:spPr bwMode="auto">
          <a:xfrm rot="0" flipH="0" flipV="0">
            <a:off x="10159998" y="2006599"/>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600" b="1">
                <a:solidFill>
                  <a:schemeClr val="tx1"/>
                </a:solidFill>
                <a:latin typeface="Aptos Narrow"/>
                <a:ea typeface="Aptos Narrow"/>
                <a:cs typeface="Aptos Narrow"/>
              </a:rPr>
              <a:t>XXX</a:t>
            </a:r>
            <a:endParaRPr sz="1600" b="1">
              <a:solidFill>
                <a:schemeClr val="tx1"/>
              </a:solidFill>
              <a:latin typeface="Aptos Narrow"/>
              <a:cs typeface="Aptos Narrow"/>
            </a:endParaRPr>
          </a:p>
        </p:txBody>
      </p:sp>
      <p:cxnSp>
        <p:nvCxnSpPr>
          <p:cNvPr id="482991369" name=""/>
          <p:cNvCxnSpPr/>
          <p:nvPr/>
        </p:nvCxnSpPr>
        <p:spPr bwMode="auto">
          <a:xfrm rot="0" flipH="0" flipV="0">
            <a:off x="8737596" y="3428818"/>
            <a:ext cx="1161142"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766964854" name=""/>
          <p:cNvSpPr txBox="1"/>
          <p:nvPr/>
        </p:nvSpPr>
        <p:spPr bwMode="auto">
          <a:xfrm rot="0" flipH="0" flipV="0">
            <a:off x="8534396" y="2819399"/>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Mean</a:t>
            </a:r>
            <a:endParaRPr sz="1400" b="1">
              <a:solidFill>
                <a:schemeClr val="bg1"/>
              </a:solidFill>
              <a:latin typeface="Aptos Narrow"/>
              <a:cs typeface="Aptos Narrow"/>
            </a:endParaRPr>
          </a:p>
        </p:txBody>
      </p:sp>
      <p:sp>
        <p:nvSpPr>
          <p:cNvPr id="820026779" name=""/>
          <p:cNvSpPr txBox="1"/>
          <p:nvPr/>
        </p:nvSpPr>
        <p:spPr bwMode="auto">
          <a:xfrm rot="0" flipH="0" flipV="0">
            <a:off x="8534396" y="3428705"/>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Max</a:t>
            </a:r>
            <a:endParaRPr sz="1400" b="1">
              <a:solidFill>
                <a:schemeClr val="bg1"/>
              </a:solidFill>
              <a:latin typeface="Aptos Narrow"/>
              <a:cs typeface="Aptos Narrow"/>
            </a:endParaRPr>
          </a:p>
        </p:txBody>
      </p:sp>
      <p:sp>
        <p:nvSpPr>
          <p:cNvPr id="1533868838" name=""/>
          <p:cNvSpPr txBox="1"/>
          <p:nvPr/>
        </p:nvSpPr>
        <p:spPr bwMode="auto">
          <a:xfrm rot="0" flipH="0" flipV="0">
            <a:off x="8534396" y="4241504"/>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50th</a:t>
            </a:r>
            <a:endParaRPr sz="1400" b="1">
              <a:solidFill>
                <a:schemeClr val="bg1"/>
              </a:solidFill>
              <a:latin typeface="Aptos Narrow"/>
              <a:cs typeface="Aptos Narrow"/>
            </a:endParaRPr>
          </a:p>
        </p:txBody>
      </p:sp>
      <p:sp>
        <p:nvSpPr>
          <p:cNvPr id="39125655" name=""/>
          <p:cNvSpPr txBox="1"/>
          <p:nvPr/>
        </p:nvSpPr>
        <p:spPr bwMode="auto">
          <a:xfrm rot="0" flipH="0" flipV="0">
            <a:off x="8534396" y="4647904"/>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25th</a:t>
            </a:r>
            <a:endParaRPr sz="1400" b="1">
              <a:solidFill>
                <a:schemeClr val="bg1"/>
              </a:solidFill>
              <a:latin typeface="Aptos Narrow"/>
              <a:cs typeface="Aptos Narrow"/>
            </a:endParaRPr>
          </a:p>
        </p:txBody>
      </p:sp>
      <p:sp>
        <p:nvSpPr>
          <p:cNvPr id="1120492519" name=""/>
          <p:cNvSpPr txBox="1"/>
          <p:nvPr/>
        </p:nvSpPr>
        <p:spPr bwMode="auto">
          <a:xfrm rot="0" flipH="0" flipV="0">
            <a:off x="8534396" y="5054348"/>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Min</a:t>
            </a:r>
            <a:endParaRPr sz="1400" b="1">
              <a:solidFill>
                <a:schemeClr val="bg1"/>
              </a:solidFill>
              <a:latin typeface="Aptos Narrow"/>
              <a:cs typeface="Aptos Narrow"/>
            </a:endParaRPr>
          </a:p>
        </p:txBody>
      </p:sp>
      <p:sp>
        <p:nvSpPr>
          <p:cNvPr id="662308237" name=""/>
          <p:cNvSpPr txBox="1"/>
          <p:nvPr/>
        </p:nvSpPr>
        <p:spPr bwMode="auto">
          <a:xfrm rot="0" flipH="0" flipV="0">
            <a:off x="8534396" y="5461000"/>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Std Dev</a:t>
            </a:r>
            <a:endParaRPr sz="1400" b="1">
              <a:solidFill>
                <a:schemeClr val="bg1"/>
              </a:solidFill>
              <a:latin typeface="Aptos Narrow"/>
              <a:cs typeface="Aptos Narrow"/>
            </a:endParaRPr>
          </a:p>
        </p:txBody>
      </p:sp>
      <p:sp>
        <p:nvSpPr>
          <p:cNvPr id="1562890499" name=""/>
          <p:cNvSpPr txBox="1"/>
          <p:nvPr/>
        </p:nvSpPr>
        <p:spPr bwMode="auto">
          <a:xfrm rot="0" flipH="0" flipV="0">
            <a:off x="8534396" y="3835146"/>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75th</a:t>
            </a:r>
            <a:endParaRPr sz="1400" b="1">
              <a:solidFill>
                <a:schemeClr val="bg1"/>
              </a:solidFill>
              <a:latin typeface="Aptos Narrow"/>
              <a:cs typeface="Aptos Narrow"/>
            </a:endParaRPr>
          </a:p>
        </p:txBody>
      </p:sp>
      <p:cxnSp>
        <p:nvCxnSpPr>
          <p:cNvPr id="1754893700" name=""/>
          <p:cNvCxnSpPr/>
          <p:nvPr/>
        </p:nvCxnSpPr>
        <p:spPr bwMode="auto">
          <a:xfrm rot="0" flipH="0" flipV="0">
            <a:off x="8737596" y="3835398"/>
            <a:ext cx="1161142"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179401546" name=""/>
          <p:cNvCxnSpPr/>
          <p:nvPr/>
        </p:nvCxnSpPr>
        <p:spPr bwMode="auto">
          <a:xfrm rot="0" flipH="0" flipV="0">
            <a:off x="8737596" y="4241801"/>
            <a:ext cx="1161142"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412505054" name=""/>
          <p:cNvCxnSpPr/>
          <p:nvPr/>
        </p:nvCxnSpPr>
        <p:spPr bwMode="auto">
          <a:xfrm rot="0" flipH="0" flipV="0">
            <a:off x="8737596" y="4648199"/>
            <a:ext cx="1161142"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424243116" name=""/>
          <p:cNvCxnSpPr/>
          <p:nvPr/>
        </p:nvCxnSpPr>
        <p:spPr bwMode="auto">
          <a:xfrm rot="0" flipH="0" flipV="0">
            <a:off x="8737596" y="5054600"/>
            <a:ext cx="1161142"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733251558" name=""/>
          <p:cNvCxnSpPr/>
          <p:nvPr/>
        </p:nvCxnSpPr>
        <p:spPr bwMode="auto">
          <a:xfrm rot="0" flipH="0" flipV="0">
            <a:off x="8737596" y="5460999"/>
            <a:ext cx="1161142"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077223833" name=""/>
          <p:cNvCxnSpPr/>
          <p:nvPr/>
        </p:nvCxnSpPr>
        <p:spPr bwMode="auto">
          <a:xfrm rot="0" flipH="0" flipV="0">
            <a:off x="8737596" y="2413178"/>
            <a:ext cx="1161142"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949939337" name=""/>
          <p:cNvSpPr txBox="1"/>
          <p:nvPr/>
        </p:nvSpPr>
        <p:spPr bwMode="auto">
          <a:xfrm rot="0" flipH="0" flipV="0">
            <a:off x="8534396" y="2006601"/>
            <a:ext cx="1625599" cy="406399"/>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Current</a:t>
            </a:r>
            <a:endParaRPr sz="1400" b="1">
              <a:solidFill>
                <a:schemeClr val="bg1"/>
              </a:solidFill>
              <a:latin typeface="Aptos Narrow"/>
              <a:cs typeface="Aptos Narrow"/>
            </a:endParaRPr>
          </a:p>
        </p:txBody>
      </p:sp>
      <p:cxnSp>
        <p:nvCxnSpPr>
          <p:cNvPr id="1379343377" name=""/>
          <p:cNvCxnSpPr/>
          <p:nvPr/>
        </p:nvCxnSpPr>
        <p:spPr bwMode="auto">
          <a:xfrm flipH="0" flipV="0">
            <a:off x="10363195" y="2819399"/>
            <a:ext cx="1219197"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651033834" name=""/>
          <p:cNvCxnSpPr/>
          <p:nvPr/>
        </p:nvCxnSpPr>
        <p:spPr bwMode="auto">
          <a:xfrm rot="0" flipH="0" flipV="0">
            <a:off x="8737596" y="2819579"/>
            <a:ext cx="1161141"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40199576" name="analyst_expectation"/>
          <p:cNvSpPr txBox="1"/>
          <p:nvPr/>
        </p:nvSpPr>
        <p:spPr bwMode="auto">
          <a:xfrm rot="0" flipH="0" flipV="0">
            <a:off x="10159998" y="2413000"/>
            <a:ext cx="1625597"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600" b="1">
                <a:solidFill>
                  <a:schemeClr val="accent2"/>
                </a:solidFill>
                <a:latin typeface="Aptos Narrow"/>
                <a:ea typeface="Aptos Narrow"/>
                <a:cs typeface="Aptos Narrow"/>
              </a:rPr>
              <a:t>XXX</a:t>
            </a:r>
            <a:endParaRPr sz="1600" b="1">
              <a:solidFill>
                <a:schemeClr val="accent2"/>
              </a:solidFill>
              <a:latin typeface="Aptos Narrow"/>
              <a:cs typeface="Aptos Narrow"/>
            </a:endParaRPr>
          </a:p>
        </p:txBody>
      </p:sp>
      <p:sp>
        <p:nvSpPr>
          <p:cNvPr id="2026957689" name=""/>
          <p:cNvSpPr txBox="1"/>
          <p:nvPr/>
        </p:nvSpPr>
        <p:spPr bwMode="auto">
          <a:xfrm rot="0" flipH="0" flipV="0">
            <a:off x="8534396" y="2412999"/>
            <a:ext cx="1625598" cy="406398"/>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Expectation</a:t>
            </a:r>
            <a:endParaRPr sz="1400" b="1">
              <a:solidFill>
                <a:schemeClr val="bg1"/>
              </a:solidFill>
              <a:latin typeface="Aptos Narrow"/>
              <a:cs typeface="Aptos Narrow"/>
            </a:endParaRPr>
          </a:p>
        </p:txBody>
      </p:sp>
      <p:pic>
        <p:nvPicPr>
          <p:cNvPr id="1403495795" name="price_chart" descr="image.png"/>
          <p:cNvPicPr>
            <a:picLocks noChangeAspect="1"/>
          </p:cNvPicPr>
          <p:nvPr/>
        </p:nvPicPr>
        <p:blipFill rotWithShape="1">
          <a:blip r:embed="rId3"/>
          <a:stretch/>
        </p:blipFill>
        <p:spPr bwMode="auto">
          <a:xfrm rot="0" flipH="0" flipV="0">
            <a:off x="406398" y="1803399"/>
            <a:ext cx="7924795" cy="4267198"/>
          </a:xfrm>
          <a:prstGeom prst="rect">
            <a:avLst/>
          </a:prstGeom>
        </p:spPr>
      </p:pic>
      <p:sp>
        <p:nvSpPr>
          <p:cNvPr id="1555835639" name=""/>
          <p:cNvSpPr/>
          <p:nvPr/>
        </p:nvSpPr>
        <p:spPr bwMode="auto">
          <a:xfrm rot="0" flipH="0" flipV="0">
            <a:off x="3454398" y="6273799"/>
            <a:ext cx="406399" cy="101599"/>
          </a:xfrm>
          <a:prstGeom prst="rect">
            <a:avLst/>
          </a:prstGeom>
          <a:gradFill>
            <a:gsLst>
              <a:gs pos="0">
                <a:schemeClr val="accent1"/>
              </a:gs>
              <a:gs pos="100000">
                <a:schemeClr val="accent1">
                  <a:lumMod val="60000"/>
                  <a:lumOff val="4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latin typeface="Aptos Narrow"/>
              <a:cs typeface="Aptos Narrow"/>
            </a:endParaRPr>
          </a:p>
        </p:txBody>
      </p:sp>
      <p:sp>
        <p:nvSpPr>
          <p:cNvPr id="744645555" name=""/>
          <p:cNvSpPr/>
          <p:nvPr/>
        </p:nvSpPr>
        <p:spPr bwMode="auto">
          <a:xfrm rot="0" flipH="0" flipV="0">
            <a:off x="6299198" y="6273798"/>
            <a:ext cx="406399" cy="101599"/>
          </a:xfrm>
          <a:prstGeom prst="rect">
            <a:avLst/>
          </a:prstGeom>
          <a:gradFill>
            <a:gsLst>
              <a:gs pos="0">
                <a:schemeClr val="accent2"/>
              </a:gs>
              <a:gs pos="100000">
                <a:schemeClr val="accent2">
                  <a:lumMod val="60000"/>
                  <a:lumOff val="4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latin typeface="Aptos Narrow"/>
              <a:cs typeface="Aptos Narrow"/>
            </a:endParaRPr>
          </a:p>
        </p:txBody>
      </p:sp>
      <p:sp>
        <p:nvSpPr>
          <p:cNvPr id="1662835774" name=""/>
          <p:cNvSpPr/>
          <p:nvPr/>
        </p:nvSpPr>
        <p:spPr bwMode="auto">
          <a:xfrm rot="0" flipH="0" flipV="0">
            <a:off x="4876799" y="6273798"/>
            <a:ext cx="406399" cy="101599"/>
          </a:xfrm>
          <a:prstGeom prst="rect">
            <a:avLst/>
          </a:prstGeom>
          <a:gradFill>
            <a:gsLst>
              <a:gs pos="0">
                <a:schemeClr val="accent3"/>
              </a:gs>
              <a:gs pos="100000">
                <a:schemeClr val="accent3">
                  <a:lumMod val="60000"/>
                  <a:lumOff val="4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latin typeface="Aptos Narrow"/>
              <a:cs typeface="Aptos Narrow"/>
            </a:endParaRPr>
          </a:p>
        </p:txBody>
      </p:sp>
      <p:cxnSp>
        <p:nvCxnSpPr>
          <p:cNvPr id="259273861" name=""/>
          <p:cNvCxnSpPr/>
          <p:nvPr/>
        </p:nvCxnSpPr>
        <p:spPr bwMode="auto">
          <a:xfrm flipH="0" flipV="0">
            <a:off x="10363195" y="3225800"/>
            <a:ext cx="1219197"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455745283" name=""/>
          <p:cNvCxnSpPr/>
          <p:nvPr/>
        </p:nvCxnSpPr>
        <p:spPr bwMode="auto">
          <a:xfrm rot="0" flipH="0" flipV="0">
            <a:off x="8737596" y="3225978"/>
            <a:ext cx="1161141"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2081189" name=""/>
          <p:cNvSpPr/>
          <p:nvPr/>
        </p:nvSpPr>
        <p:spPr bwMode="auto">
          <a:xfrm rot="0" flipH="0" flipV="0">
            <a:off x="5486400" y="1803398"/>
            <a:ext cx="2031999" cy="4267198"/>
          </a:xfrm>
          <a:prstGeom prst="rect">
            <a:avLst/>
          </a:prstGeom>
          <a:gradFill>
            <a:gsLst>
              <a:gs pos="0">
                <a:schemeClr val="accent1">
                  <a:lumMod val="40000"/>
                  <a:lumOff val="60000"/>
                  <a:alpha val="20000"/>
                </a:schemeClr>
              </a:gs>
              <a:gs pos="100000">
                <a:schemeClr val="accent1">
                  <a:alpha val="2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1215562909" name="Title 1"/>
          <p:cNvSpPr>
            <a:spLocks noGrp="1"/>
          </p:cNvSpPr>
          <p:nvPr>
            <p:ph type="title"/>
          </p:nvPr>
        </p:nvSpPr>
        <p:spPr bwMode="auto"/>
        <p:txBody>
          <a:bodyPr/>
          <a:lstStyle/>
          <a:p>
            <a:pPr>
              <a:defRPr/>
            </a:pPr>
            <a:r>
              <a:rPr lang="it-IT" sz="2400" b="1" i="0" u="none" strike="noStrike" cap="none" spc="0">
                <a:solidFill>
                  <a:schemeClr val="accent1"/>
                </a:solidFill>
                <a:latin typeface="Aptos Narrow"/>
                <a:ea typeface="Aptos Narrow"/>
                <a:cs typeface="Aptos Narrow"/>
              </a:rPr>
              <a:t>{company_name}</a:t>
            </a:r>
            <a:r>
              <a:rPr lang="it-IT" sz="2400" b="1" i="0" u="none" strike="noStrike" cap="none" spc="0">
                <a:solidFill>
                  <a:schemeClr val="accent1"/>
                </a:solidFill>
                <a:latin typeface="Aptos Narrow"/>
                <a:ea typeface="Aptos Narrow"/>
                <a:cs typeface="Aptos Narrow"/>
              </a:rPr>
              <a:t> </a:t>
            </a:r>
            <a:r>
              <a:rPr lang="it-IT">
                <a:solidFill>
                  <a:schemeClr val="tx1"/>
                </a:solidFill>
                <a:latin typeface="Aptos Narrow"/>
                <a:ea typeface="Aptos Narrow"/>
                <a:cs typeface="Aptos Narrow"/>
              </a:rPr>
              <a:t>| Selected historical financial highlights</a:t>
            </a:r>
            <a:endParaRPr>
              <a:solidFill>
                <a:schemeClr val="tx1"/>
              </a:solidFill>
              <a:latin typeface="Aptos Narrow"/>
              <a:cs typeface="Aptos Narrow"/>
            </a:endParaRPr>
          </a:p>
        </p:txBody>
      </p:sp>
      <p:sp>
        <p:nvSpPr>
          <p:cNvPr id="606589058" name="Footer Placeholder 4"/>
          <p:cNvSpPr>
            <a:spLocks noGrp="1"/>
          </p:cNvSpPr>
          <p:nvPr>
            <p:ph type="ftr" sz="quarter" idx="3"/>
          </p:nvPr>
        </p:nvSpPr>
        <p:spPr bwMode="auto">
          <a:prstGeom prst="rect">
            <a:avLst/>
          </a:prstGeom>
        </p:spPr>
        <p:txBody>
          <a:bodyPr/>
          <a:lstStyle/>
          <a:p>
            <a:pPr>
              <a:defRPr/>
            </a:pPr>
            <a:r>
              <a:rPr lang="it-IT">
                <a:latin typeface="Aptos Narrow"/>
                <a:ea typeface="Aptos Narrow"/>
                <a:cs typeface="Aptos Narrow"/>
              </a:rPr>
              <a:t>Note: All figures expressed in USD</a:t>
            </a:r>
            <a:endParaRPr>
              <a:latin typeface="Aptos Narrow"/>
              <a:cs typeface="Aptos Narrow"/>
            </a:endParaRPr>
          </a:p>
          <a:p>
            <a:pPr>
              <a:defRPr/>
            </a:pPr>
            <a:r>
              <a:rPr>
                <a:latin typeface="Aptos Narrow"/>
                <a:ea typeface="Aptos Narrow"/>
                <a:cs typeface="Aptos Narrow"/>
              </a:rPr>
              <a:t>Source</a:t>
            </a:r>
            <a:r>
              <a:rPr lang="it-IT">
                <a:latin typeface="Aptos Narrow"/>
                <a:ea typeface="Aptos Narrow"/>
                <a:cs typeface="Aptos Narrow"/>
              </a:rPr>
              <a:t>: Yahoo Finance, Mistral</a:t>
            </a:r>
            <a:endParaRPr>
              <a:latin typeface="Aptos Narrow"/>
              <a:cs typeface="Aptos Narrow"/>
            </a:endParaRPr>
          </a:p>
        </p:txBody>
      </p:sp>
      <p:sp>
        <p:nvSpPr>
          <p:cNvPr id="1297523459" name="Slide Number Placeholder 5"/>
          <p:cNvSpPr>
            <a:spLocks noGrp="1"/>
          </p:cNvSpPr>
          <p:nvPr>
            <p:ph type="sldNum" sz="quarter" idx="4"/>
          </p:nvPr>
        </p:nvSpPr>
        <p:spPr bwMode="auto">
          <a:prstGeom prst="rect">
            <a:avLst/>
          </a:prstGeom>
        </p:spPr>
        <p:txBody>
          <a:bodyPr/>
          <a:lstStyle/>
          <a:p>
            <a:pPr>
              <a:defRPr/>
            </a:pPr>
            <a:fld id="{82BE44E8-35EF-95C4-D2C3-32175C87F31F}" type="slidenum">
              <a:rPr lang="en-US">
                <a:latin typeface="Aptos Narrow"/>
                <a:ea typeface="Aptos Narrow"/>
                <a:cs typeface="Aptos Narrow"/>
              </a:rPr>
              <a:t>3</a:t>
            </a:fld>
            <a:endParaRPr>
              <a:latin typeface="Aptos Narrow"/>
              <a:cs typeface="Aptos Narrow"/>
            </a:endParaRPr>
          </a:p>
        </p:txBody>
      </p:sp>
      <p:cxnSp>
        <p:nvCxnSpPr>
          <p:cNvPr id="1243110188" name=""/>
          <p:cNvCxnSpPr/>
          <p:nvPr/>
        </p:nvCxnSpPr>
        <p:spPr bwMode="auto">
          <a:xfrm flipH="0" flipV="0">
            <a:off x="406397" y="1600521"/>
            <a:ext cx="7112001" cy="0"/>
          </a:xfrm>
          <a:prstGeom prst="line">
            <a:avLst/>
          </a:prstGeom>
          <a:ln w="12700" cap="flat" cmpd="sng" algn="ctr">
            <a:solidFill>
              <a:schemeClr val="tx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902775469" name=""/>
          <p:cNvCxnSpPr/>
          <p:nvPr/>
        </p:nvCxnSpPr>
        <p:spPr bwMode="auto">
          <a:xfrm flipH="0" flipV="0">
            <a:off x="7721598" y="1600182"/>
            <a:ext cx="4063994" cy="336"/>
          </a:xfrm>
          <a:prstGeom prst="line">
            <a:avLst/>
          </a:prstGeom>
          <a:ln w="12700" cap="flat" cmpd="sng" algn="ctr">
            <a:solidFill>
              <a:schemeClr val="tx2"/>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98396434" name=""/>
          <p:cNvSpPr txBox="1"/>
          <p:nvPr/>
        </p:nvSpPr>
        <p:spPr bwMode="auto">
          <a:xfrm rot="0" flipH="0" flipV="0">
            <a:off x="406397" y="1193799"/>
            <a:ext cx="7112001"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defRPr/>
            </a:pPr>
            <a:r>
              <a:rPr lang="it-IT" b="1">
                <a:solidFill>
                  <a:schemeClr val="tx1"/>
                </a:solidFill>
                <a:latin typeface="Aptos Narrow"/>
                <a:ea typeface="Aptos Narrow"/>
                <a:cs typeface="Aptos Narrow"/>
              </a:rPr>
              <a:t>Last 3 years selected financial highlights</a:t>
            </a:r>
            <a:endParaRPr b="1">
              <a:solidFill>
                <a:schemeClr val="tx1"/>
              </a:solidFill>
              <a:latin typeface="Aptos Narrow"/>
              <a:cs typeface="Aptos Narrow"/>
            </a:endParaRPr>
          </a:p>
        </p:txBody>
      </p:sp>
      <p:sp>
        <p:nvSpPr>
          <p:cNvPr id="910370791" name=""/>
          <p:cNvSpPr txBox="1"/>
          <p:nvPr/>
        </p:nvSpPr>
        <p:spPr bwMode="auto">
          <a:xfrm rot="0" flipH="0" flipV="0">
            <a:off x="7721598" y="1193799"/>
            <a:ext cx="4063994"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b="1">
                <a:solidFill>
                  <a:schemeClr val="tx1"/>
                </a:solidFill>
                <a:latin typeface="Aptos Narrow"/>
                <a:ea typeface="Aptos Narrow"/>
                <a:cs typeface="Aptos Narrow"/>
              </a:rPr>
              <a:t>Key facts</a:t>
            </a:r>
            <a:endParaRPr b="1">
              <a:solidFill>
                <a:schemeClr val="tx1"/>
              </a:solidFill>
              <a:latin typeface="Aptos Narrow"/>
              <a:cs typeface="Aptos Narrow"/>
            </a:endParaRPr>
          </a:p>
        </p:txBody>
      </p:sp>
      <p:sp>
        <p:nvSpPr>
          <p:cNvPr id="574208032" name=""/>
          <p:cNvSpPr/>
          <p:nvPr/>
        </p:nvSpPr>
        <p:spPr bwMode="auto">
          <a:xfrm rot="0" flipH="0" flipV="0">
            <a:off x="406397" y="2209799"/>
            <a:ext cx="1828801" cy="3860797"/>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solidFill>
                <a:schemeClr val="bg1"/>
              </a:solidFill>
              <a:latin typeface="Aptos Narrow"/>
              <a:cs typeface="Aptos Narrow"/>
            </a:endParaRPr>
          </a:p>
        </p:txBody>
      </p:sp>
      <p:sp>
        <p:nvSpPr>
          <p:cNvPr id="139788643" name="year_3"/>
          <p:cNvSpPr txBox="1"/>
          <p:nvPr/>
        </p:nvSpPr>
        <p:spPr bwMode="auto">
          <a:xfrm rot="0" flipH="0" flipV="0">
            <a:off x="2438398" y="18033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20XX</a:t>
            </a:r>
            <a:endParaRPr sz="1400" b="1">
              <a:solidFill>
                <a:schemeClr val="tx1"/>
              </a:solidFill>
              <a:latin typeface="Aptos Narrow"/>
              <a:cs typeface="Aptos Narrow"/>
            </a:endParaRPr>
          </a:p>
        </p:txBody>
      </p:sp>
      <p:sp>
        <p:nvSpPr>
          <p:cNvPr id="888019242" name="year_2"/>
          <p:cNvSpPr txBox="1"/>
          <p:nvPr/>
        </p:nvSpPr>
        <p:spPr bwMode="auto">
          <a:xfrm rot="0" flipH="0" flipV="0">
            <a:off x="3454399" y="18033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20XX</a:t>
            </a:r>
            <a:endParaRPr sz="1400" b="1">
              <a:solidFill>
                <a:schemeClr val="tx1"/>
              </a:solidFill>
              <a:latin typeface="Aptos Narrow"/>
              <a:cs typeface="Aptos Narrow"/>
            </a:endParaRPr>
          </a:p>
        </p:txBody>
      </p:sp>
      <p:sp>
        <p:nvSpPr>
          <p:cNvPr id="666675202" name="year_1"/>
          <p:cNvSpPr txBox="1"/>
          <p:nvPr/>
        </p:nvSpPr>
        <p:spPr bwMode="auto">
          <a:xfrm rot="0" flipH="0" flipV="0">
            <a:off x="4470400" y="18033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20XX</a:t>
            </a:r>
            <a:endParaRPr sz="1400" b="1">
              <a:solidFill>
                <a:schemeClr val="tx1"/>
              </a:solidFill>
              <a:latin typeface="Aptos Narrow"/>
              <a:cs typeface="Aptos Narrow"/>
            </a:endParaRPr>
          </a:p>
        </p:txBody>
      </p:sp>
      <p:sp>
        <p:nvSpPr>
          <p:cNvPr id="1713036480" name="name"/>
          <p:cNvSpPr txBox="1"/>
          <p:nvPr/>
        </p:nvSpPr>
        <p:spPr bwMode="auto">
          <a:xfrm rot="0" flipH="0" flipV="0">
            <a:off x="5486400" y="1803403"/>
            <a:ext cx="2031997" cy="406395"/>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Key insight</a:t>
            </a:r>
            <a:endParaRPr sz="1400" b="1" baseline="30000">
              <a:solidFill>
                <a:schemeClr val="tx1"/>
              </a:solidFill>
              <a:latin typeface="Aptos Narrow"/>
              <a:cs typeface="Aptos Narrow"/>
            </a:endParaRPr>
          </a:p>
        </p:txBody>
      </p:sp>
      <p:sp>
        <p:nvSpPr>
          <p:cNvPr id="907310921" name="name"/>
          <p:cNvSpPr txBox="1"/>
          <p:nvPr/>
        </p:nvSpPr>
        <p:spPr bwMode="auto">
          <a:xfrm rot="0" flipH="0" flipV="0">
            <a:off x="406397" y="1803398"/>
            <a:ext cx="1828801"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tx1"/>
                </a:solidFill>
                <a:latin typeface="Aptos Narrow"/>
                <a:ea typeface="Aptos Narrow"/>
                <a:cs typeface="Aptos Narrow"/>
              </a:rPr>
              <a:t>Item</a:t>
            </a:r>
            <a:endParaRPr sz="1400" b="1">
              <a:solidFill>
                <a:schemeClr val="tx1"/>
              </a:solidFill>
              <a:latin typeface="Aptos Narrow"/>
              <a:cs typeface="Aptos Narrow"/>
            </a:endParaRPr>
          </a:p>
        </p:txBody>
      </p:sp>
      <p:sp>
        <p:nvSpPr>
          <p:cNvPr id="1988098932" name=""/>
          <p:cNvSpPr/>
          <p:nvPr/>
        </p:nvSpPr>
        <p:spPr bwMode="auto">
          <a:xfrm rot="0" flipH="0" flipV="0">
            <a:off x="7721597" y="1803398"/>
            <a:ext cx="406400" cy="1219198"/>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1497498320" name="comment_1"/>
          <p:cNvSpPr/>
          <p:nvPr/>
        </p:nvSpPr>
        <p:spPr bwMode="auto">
          <a:xfrm rot="0" flipH="0" flipV="0">
            <a:off x="8127997" y="1803398"/>
            <a:ext cx="3657595" cy="1219198"/>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l">
              <a:defRPr/>
            </a:pPr>
            <a:r>
              <a:rPr lang="it-IT" sz="1600" b="0" i="0" u="none" strike="noStrike" cap="none" spc="0">
                <a:solidFill>
                  <a:schemeClr val="tx1"/>
                </a:solidFill>
                <a:latin typeface="Aptos Narrow"/>
                <a:ea typeface="Aptos Narrow"/>
                <a:cs typeface="Aptos Narrow"/>
              </a:rPr>
              <a:t>Lorem ipsum dolor sit amet, consectetur adipiscing elit. Maecenas sed turpis ante.</a:t>
            </a:r>
            <a:endParaRPr sz="1600">
              <a:solidFill>
                <a:schemeClr val="tx1"/>
              </a:solidFill>
              <a:latin typeface="Aptos Narrow"/>
              <a:cs typeface="Aptos Narrow"/>
            </a:endParaRPr>
          </a:p>
        </p:txBody>
      </p:sp>
      <p:sp>
        <p:nvSpPr>
          <p:cNvPr id="802574729" name=""/>
          <p:cNvSpPr/>
          <p:nvPr/>
        </p:nvSpPr>
        <p:spPr bwMode="auto">
          <a:xfrm rot="0" flipH="0" flipV="0">
            <a:off x="7721597" y="3327399"/>
            <a:ext cx="406400" cy="1219198"/>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347230070" name="comment_2"/>
          <p:cNvSpPr/>
          <p:nvPr/>
        </p:nvSpPr>
        <p:spPr bwMode="auto">
          <a:xfrm rot="0" flipH="0" flipV="0">
            <a:off x="8127997" y="3327399"/>
            <a:ext cx="3657595" cy="1219198"/>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l">
              <a:defRPr/>
            </a:pPr>
            <a:r>
              <a:rPr lang="it-IT" sz="1600" b="0" i="0" u="none" strike="noStrike" cap="none" spc="0">
                <a:solidFill>
                  <a:schemeClr val="tx1"/>
                </a:solidFill>
                <a:latin typeface="Aptos Narrow"/>
                <a:ea typeface="Aptos Narrow"/>
                <a:cs typeface="Aptos Narrow"/>
              </a:rPr>
              <a:t>Lorem ipsum dolor sit amet, consectetur adipiscing elit. Maecenas sed turpis ante.</a:t>
            </a:r>
            <a:endParaRPr sz="1600">
              <a:solidFill>
                <a:schemeClr val="tx1"/>
              </a:solidFill>
              <a:latin typeface="Aptos Narrow"/>
              <a:cs typeface="Aptos Narrow"/>
            </a:endParaRPr>
          </a:p>
        </p:txBody>
      </p:sp>
      <p:sp>
        <p:nvSpPr>
          <p:cNvPr id="213758942" name=""/>
          <p:cNvSpPr/>
          <p:nvPr/>
        </p:nvSpPr>
        <p:spPr bwMode="auto">
          <a:xfrm rot="0" flipH="0" flipV="0">
            <a:off x="7721597" y="4851398"/>
            <a:ext cx="406400" cy="1219198"/>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latin typeface="Aptos Narrow"/>
              <a:cs typeface="Aptos Narrow"/>
            </a:endParaRPr>
          </a:p>
        </p:txBody>
      </p:sp>
      <p:sp>
        <p:nvSpPr>
          <p:cNvPr id="1376940115" name="comment_3"/>
          <p:cNvSpPr/>
          <p:nvPr/>
        </p:nvSpPr>
        <p:spPr bwMode="auto">
          <a:xfrm rot="0" flipH="0" flipV="0">
            <a:off x="8127997" y="4851398"/>
            <a:ext cx="3657595" cy="1219198"/>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l">
              <a:defRPr/>
            </a:pPr>
            <a:r>
              <a:rPr lang="it-IT" sz="1600" b="0" i="0" u="none" strike="noStrike" cap="none" spc="0">
                <a:solidFill>
                  <a:schemeClr val="tx1"/>
                </a:solidFill>
                <a:latin typeface="Aptos Narrow"/>
                <a:ea typeface="Aptos Narrow"/>
                <a:cs typeface="Aptos Narrow"/>
              </a:rPr>
              <a:t>Lorem ipsum dolor sit amet, consectetur adipiscing elit. Maecenas sed turpis ante.</a:t>
            </a:r>
            <a:endParaRPr sz="1600">
              <a:solidFill>
                <a:schemeClr val="tx1"/>
              </a:solidFill>
              <a:latin typeface="Aptos Narrow"/>
              <a:cs typeface="Aptos Narrow"/>
            </a:endParaRPr>
          </a:p>
        </p:txBody>
      </p:sp>
      <p:sp>
        <p:nvSpPr>
          <p:cNvPr id="778265145" name="revenue_3"/>
          <p:cNvSpPr txBox="1"/>
          <p:nvPr/>
        </p:nvSpPr>
        <p:spPr bwMode="auto">
          <a:xfrm rot="0" flipH="0" flipV="0">
            <a:off x="2438398" y="22097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XX.XB</a:t>
            </a:r>
            <a:endParaRPr sz="1400" b="0">
              <a:solidFill>
                <a:schemeClr val="tx1"/>
              </a:solidFill>
              <a:latin typeface="Aptos Narrow"/>
              <a:cs typeface="Aptos Narrow"/>
            </a:endParaRPr>
          </a:p>
        </p:txBody>
      </p:sp>
      <p:sp>
        <p:nvSpPr>
          <p:cNvPr id="1736611552" name=""/>
          <p:cNvSpPr txBox="1"/>
          <p:nvPr/>
        </p:nvSpPr>
        <p:spPr bwMode="auto">
          <a:xfrm rot="0" flipH="0" flipV="0">
            <a:off x="406400" y="2209801"/>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Revenue</a:t>
            </a:r>
            <a:endParaRPr sz="1400" b="1">
              <a:solidFill>
                <a:schemeClr val="bg1"/>
              </a:solidFill>
              <a:latin typeface="Aptos Narrow"/>
              <a:cs typeface="Aptos Narrow"/>
            </a:endParaRPr>
          </a:p>
        </p:txBody>
      </p:sp>
      <p:sp>
        <p:nvSpPr>
          <p:cNvPr id="1910315942" name="revenue_2"/>
          <p:cNvSpPr txBox="1"/>
          <p:nvPr/>
        </p:nvSpPr>
        <p:spPr bwMode="auto">
          <a:xfrm rot="0" flipH="0" flipV="0">
            <a:off x="3454398" y="22097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XX.XB</a:t>
            </a:r>
            <a:endParaRPr sz="1400" b="0">
              <a:solidFill>
                <a:schemeClr val="tx1"/>
              </a:solidFill>
              <a:latin typeface="Aptos Narrow"/>
              <a:cs typeface="Aptos Narrow"/>
            </a:endParaRPr>
          </a:p>
        </p:txBody>
      </p:sp>
      <p:sp>
        <p:nvSpPr>
          <p:cNvPr id="807101555" name="revenue_1"/>
          <p:cNvSpPr txBox="1"/>
          <p:nvPr/>
        </p:nvSpPr>
        <p:spPr bwMode="auto">
          <a:xfrm rot="0" flipH="0" flipV="0">
            <a:off x="4470397" y="22097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XX.XB</a:t>
            </a:r>
            <a:endParaRPr sz="1400" b="0">
              <a:solidFill>
                <a:schemeClr val="tx1"/>
              </a:solidFill>
              <a:latin typeface="Aptos Narrow"/>
              <a:cs typeface="Aptos Narrow"/>
            </a:endParaRPr>
          </a:p>
        </p:txBody>
      </p:sp>
      <p:sp>
        <p:nvSpPr>
          <p:cNvPr id="1551745561" name="revenue_m"/>
          <p:cNvSpPr txBox="1"/>
          <p:nvPr/>
        </p:nvSpPr>
        <p:spPr bwMode="auto">
          <a:xfrm rot="0" flipH="0" flipV="0">
            <a:off x="5689597" y="2209798"/>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691460297" name="name"/>
          <p:cNvSpPr txBox="1"/>
          <p:nvPr/>
        </p:nvSpPr>
        <p:spPr bwMode="auto">
          <a:xfrm rot="0" flipH="0" flipV="0">
            <a:off x="6502397" y="2209798"/>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growth</a:t>
            </a:r>
            <a:endParaRPr sz="1200" b="0">
              <a:solidFill>
                <a:schemeClr val="tx1"/>
              </a:solidFill>
              <a:latin typeface="Aptos Narrow"/>
              <a:cs typeface="Aptos Narrow"/>
            </a:endParaRPr>
          </a:p>
        </p:txBody>
      </p:sp>
      <p:sp>
        <p:nvSpPr>
          <p:cNvPr id="131708897" name="gross_profit_3"/>
          <p:cNvSpPr txBox="1"/>
          <p:nvPr/>
        </p:nvSpPr>
        <p:spPr bwMode="auto">
          <a:xfrm rot="0" flipH="0" flipV="0">
            <a:off x="2438395" y="2641626"/>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527547352" name=""/>
          <p:cNvSpPr txBox="1"/>
          <p:nvPr/>
        </p:nvSpPr>
        <p:spPr bwMode="auto">
          <a:xfrm rot="0" flipH="0" flipV="0">
            <a:off x="406400" y="2641626"/>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Gross profit</a:t>
            </a:r>
            <a:endParaRPr sz="1400" b="1">
              <a:solidFill>
                <a:schemeClr val="bg1"/>
              </a:solidFill>
              <a:latin typeface="Aptos Narrow"/>
              <a:cs typeface="Aptos Narrow"/>
            </a:endParaRPr>
          </a:p>
        </p:txBody>
      </p:sp>
      <p:sp>
        <p:nvSpPr>
          <p:cNvPr id="1159930072" name="gross_profit_2"/>
          <p:cNvSpPr txBox="1"/>
          <p:nvPr/>
        </p:nvSpPr>
        <p:spPr bwMode="auto">
          <a:xfrm rot="0" flipH="0" flipV="0">
            <a:off x="3454398" y="2641626"/>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355834727" name="gross_profit_1"/>
          <p:cNvSpPr txBox="1"/>
          <p:nvPr/>
        </p:nvSpPr>
        <p:spPr bwMode="auto">
          <a:xfrm rot="0" flipH="0" flipV="0">
            <a:off x="4470397" y="2641626"/>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433021175" name="gross_profit_m"/>
          <p:cNvSpPr txBox="1"/>
          <p:nvPr/>
        </p:nvSpPr>
        <p:spPr bwMode="auto">
          <a:xfrm rot="0" flipH="0" flipV="0">
            <a:off x="5689597" y="2641626"/>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1908565589" name="symbol"/>
          <p:cNvSpPr txBox="1"/>
          <p:nvPr/>
        </p:nvSpPr>
        <p:spPr bwMode="auto">
          <a:xfrm rot="0" flipH="0" flipV="0">
            <a:off x="6502397" y="2641626"/>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margin</a:t>
            </a:r>
            <a:endParaRPr sz="1200" b="0">
              <a:solidFill>
                <a:schemeClr val="tx1"/>
              </a:solidFill>
              <a:latin typeface="Aptos Narrow"/>
              <a:cs typeface="Aptos Narrow"/>
            </a:endParaRPr>
          </a:p>
        </p:txBody>
      </p:sp>
      <p:sp>
        <p:nvSpPr>
          <p:cNvPr id="872652071" name="operating_profit_3"/>
          <p:cNvSpPr txBox="1"/>
          <p:nvPr/>
        </p:nvSpPr>
        <p:spPr bwMode="auto">
          <a:xfrm rot="0" flipH="0" flipV="0">
            <a:off x="2438395" y="3073449"/>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2071473625" name=""/>
          <p:cNvSpPr txBox="1"/>
          <p:nvPr/>
        </p:nvSpPr>
        <p:spPr bwMode="auto">
          <a:xfrm rot="0" flipH="0" flipV="0">
            <a:off x="406400" y="3073449"/>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Operating profit</a:t>
            </a:r>
            <a:endParaRPr sz="1400" b="1">
              <a:solidFill>
                <a:schemeClr val="bg1"/>
              </a:solidFill>
              <a:latin typeface="Aptos Narrow"/>
              <a:cs typeface="Aptos Narrow"/>
            </a:endParaRPr>
          </a:p>
        </p:txBody>
      </p:sp>
      <p:sp>
        <p:nvSpPr>
          <p:cNvPr id="1491320554" name="operating_profit_2"/>
          <p:cNvSpPr txBox="1"/>
          <p:nvPr/>
        </p:nvSpPr>
        <p:spPr bwMode="auto">
          <a:xfrm rot="0" flipH="0" flipV="0">
            <a:off x="3454398" y="3073449"/>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573871737" name="operating_profit_1"/>
          <p:cNvSpPr txBox="1"/>
          <p:nvPr/>
        </p:nvSpPr>
        <p:spPr bwMode="auto">
          <a:xfrm rot="0" flipH="0" flipV="0">
            <a:off x="4470397" y="3073449"/>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849240329" name="operating_profit_m"/>
          <p:cNvSpPr txBox="1"/>
          <p:nvPr/>
        </p:nvSpPr>
        <p:spPr bwMode="auto">
          <a:xfrm rot="0" flipH="0" flipV="0">
            <a:off x="5689597" y="3073449"/>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1209173856" name="sector"/>
          <p:cNvSpPr txBox="1"/>
          <p:nvPr/>
        </p:nvSpPr>
        <p:spPr bwMode="auto">
          <a:xfrm rot="0" flipH="0" flipV="0">
            <a:off x="6502397" y="3073449"/>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margin</a:t>
            </a:r>
            <a:endParaRPr sz="1200" b="0">
              <a:solidFill>
                <a:schemeClr val="tx1"/>
              </a:solidFill>
              <a:latin typeface="Aptos Narrow"/>
              <a:cs typeface="Aptos Narrow"/>
            </a:endParaRPr>
          </a:p>
        </p:txBody>
      </p:sp>
      <p:sp>
        <p:nvSpPr>
          <p:cNvPr id="1529694397" name="net_income_3"/>
          <p:cNvSpPr txBox="1"/>
          <p:nvPr/>
        </p:nvSpPr>
        <p:spPr bwMode="auto">
          <a:xfrm rot="0" flipH="0" flipV="0">
            <a:off x="2438395" y="350520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723374682" name=""/>
          <p:cNvSpPr txBox="1"/>
          <p:nvPr/>
        </p:nvSpPr>
        <p:spPr bwMode="auto">
          <a:xfrm rot="0" flipH="0" flipV="0">
            <a:off x="406400" y="3505249"/>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Net income</a:t>
            </a:r>
            <a:endParaRPr sz="1400" b="1">
              <a:solidFill>
                <a:schemeClr val="bg1"/>
              </a:solidFill>
              <a:latin typeface="Aptos Narrow"/>
              <a:cs typeface="Aptos Narrow"/>
            </a:endParaRPr>
          </a:p>
        </p:txBody>
      </p:sp>
      <p:sp>
        <p:nvSpPr>
          <p:cNvPr id="1339638322" name="net_income_2"/>
          <p:cNvSpPr txBox="1"/>
          <p:nvPr/>
        </p:nvSpPr>
        <p:spPr bwMode="auto">
          <a:xfrm rot="0" flipH="0" flipV="0">
            <a:off x="3454398" y="350520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049983372" name="net_income_1"/>
          <p:cNvSpPr txBox="1"/>
          <p:nvPr/>
        </p:nvSpPr>
        <p:spPr bwMode="auto">
          <a:xfrm rot="0" flipH="0" flipV="0">
            <a:off x="4470397" y="350520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2106396214" name="net_income_m"/>
          <p:cNvSpPr txBox="1"/>
          <p:nvPr/>
        </p:nvSpPr>
        <p:spPr bwMode="auto">
          <a:xfrm rot="0" flipH="0" flipV="0">
            <a:off x="5689597" y="3505208"/>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1978995322" name="industry"/>
          <p:cNvSpPr txBox="1"/>
          <p:nvPr/>
        </p:nvSpPr>
        <p:spPr bwMode="auto">
          <a:xfrm rot="0" flipH="0" flipV="0">
            <a:off x="6502397" y="3505209"/>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margin</a:t>
            </a:r>
            <a:endParaRPr sz="1200" b="0">
              <a:solidFill>
                <a:schemeClr val="tx1"/>
              </a:solidFill>
              <a:latin typeface="Aptos Narrow"/>
              <a:cs typeface="Aptos Narrow"/>
            </a:endParaRPr>
          </a:p>
        </p:txBody>
      </p:sp>
      <p:sp>
        <p:nvSpPr>
          <p:cNvPr id="266936509" name="invested_capital_3"/>
          <p:cNvSpPr txBox="1"/>
          <p:nvPr/>
        </p:nvSpPr>
        <p:spPr bwMode="auto">
          <a:xfrm rot="0" flipH="0" flipV="0">
            <a:off x="2438395" y="3937009"/>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2103103902" name=""/>
          <p:cNvSpPr txBox="1"/>
          <p:nvPr/>
        </p:nvSpPr>
        <p:spPr bwMode="auto">
          <a:xfrm rot="0" flipH="0" flipV="0">
            <a:off x="406400" y="3937009"/>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Invested capital</a:t>
            </a:r>
            <a:endParaRPr sz="1400" b="1">
              <a:solidFill>
                <a:schemeClr val="bg1"/>
              </a:solidFill>
              <a:latin typeface="Aptos Narrow"/>
              <a:cs typeface="Aptos Narrow"/>
            </a:endParaRPr>
          </a:p>
        </p:txBody>
      </p:sp>
      <p:sp>
        <p:nvSpPr>
          <p:cNvPr id="355465432" name="invested_capital_2"/>
          <p:cNvSpPr txBox="1"/>
          <p:nvPr/>
        </p:nvSpPr>
        <p:spPr bwMode="auto">
          <a:xfrm rot="0" flipH="0" flipV="0">
            <a:off x="3454398" y="3937009"/>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539108509" name="invested_capital_1"/>
          <p:cNvSpPr txBox="1"/>
          <p:nvPr/>
        </p:nvSpPr>
        <p:spPr bwMode="auto">
          <a:xfrm rot="0" flipH="0" flipV="0">
            <a:off x="4470397" y="3937009"/>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916665546" name="invested_capital_m"/>
          <p:cNvSpPr txBox="1"/>
          <p:nvPr/>
        </p:nvSpPr>
        <p:spPr bwMode="auto">
          <a:xfrm rot="0" flipH="0" flipV="0">
            <a:off x="5689597" y="3937009"/>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825427361" name="market_cap"/>
          <p:cNvSpPr txBox="1"/>
          <p:nvPr/>
        </p:nvSpPr>
        <p:spPr bwMode="auto">
          <a:xfrm rot="0" flipH="0" flipV="0">
            <a:off x="6502397" y="3937011"/>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ROIC</a:t>
            </a:r>
            <a:endParaRPr sz="1200" b="0">
              <a:solidFill>
                <a:schemeClr val="tx1"/>
              </a:solidFill>
              <a:latin typeface="Aptos Narrow"/>
              <a:cs typeface="Aptos Narrow"/>
            </a:endParaRPr>
          </a:p>
        </p:txBody>
      </p:sp>
      <p:sp>
        <p:nvSpPr>
          <p:cNvPr id="2083242806" name="debt_3"/>
          <p:cNvSpPr txBox="1"/>
          <p:nvPr/>
        </p:nvSpPr>
        <p:spPr bwMode="auto">
          <a:xfrm rot="0" flipH="0" flipV="0">
            <a:off x="2438395" y="4368771"/>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255915047" name=""/>
          <p:cNvSpPr txBox="1"/>
          <p:nvPr/>
        </p:nvSpPr>
        <p:spPr bwMode="auto">
          <a:xfrm rot="0" flipH="0" flipV="0">
            <a:off x="406400" y="4368771"/>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Debt</a:t>
            </a:r>
            <a:endParaRPr sz="1400" b="1">
              <a:solidFill>
                <a:schemeClr val="bg1"/>
              </a:solidFill>
              <a:latin typeface="Aptos Narrow"/>
              <a:cs typeface="Aptos Narrow"/>
            </a:endParaRPr>
          </a:p>
        </p:txBody>
      </p:sp>
      <p:sp>
        <p:nvSpPr>
          <p:cNvPr id="539012147" name="debt_2"/>
          <p:cNvSpPr txBox="1"/>
          <p:nvPr/>
        </p:nvSpPr>
        <p:spPr bwMode="auto">
          <a:xfrm rot="0" flipH="0" flipV="0">
            <a:off x="3454398" y="4368771"/>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153863669" name="debt_1"/>
          <p:cNvSpPr txBox="1"/>
          <p:nvPr/>
        </p:nvSpPr>
        <p:spPr bwMode="auto">
          <a:xfrm rot="0" flipH="0" flipV="0">
            <a:off x="4470397" y="4368771"/>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647303313" name="debt_m"/>
          <p:cNvSpPr txBox="1"/>
          <p:nvPr/>
        </p:nvSpPr>
        <p:spPr bwMode="auto">
          <a:xfrm rot="0" flipH="0" flipV="0">
            <a:off x="5689597" y="4368771"/>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450195430" name="earnings"/>
          <p:cNvSpPr txBox="1"/>
          <p:nvPr/>
        </p:nvSpPr>
        <p:spPr bwMode="auto">
          <a:xfrm rot="0" flipH="0" flipV="0">
            <a:off x="6502397" y="4368771"/>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D/C ratio</a:t>
            </a:r>
            <a:endParaRPr sz="1200" b="0">
              <a:solidFill>
                <a:schemeClr val="tx1"/>
              </a:solidFill>
              <a:latin typeface="Aptos Narrow"/>
              <a:cs typeface="Aptos Narrow"/>
            </a:endParaRPr>
          </a:p>
        </p:txBody>
      </p:sp>
      <p:sp>
        <p:nvSpPr>
          <p:cNvPr id="587511286" name="operating_cash_flow_3"/>
          <p:cNvSpPr txBox="1"/>
          <p:nvPr/>
        </p:nvSpPr>
        <p:spPr bwMode="auto">
          <a:xfrm rot="0" flipH="0" flipV="0">
            <a:off x="2438395" y="4800530"/>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19781839" name=""/>
          <p:cNvSpPr txBox="1"/>
          <p:nvPr/>
        </p:nvSpPr>
        <p:spPr bwMode="auto">
          <a:xfrm rot="0" flipH="0" flipV="0">
            <a:off x="406400" y="4800573"/>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Opearting CF</a:t>
            </a:r>
            <a:endParaRPr sz="1400" b="1">
              <a:solidFill>
                <a:schemeClr val="bg1"/>
              </a:solidFill>
              <a:latin typeface="Aptos Narrow"/>
              <a:cs typeface="Aptos Narrow"/>
            </a:endParaRPr>
          </a:p>
        </p:txBody>
      </p:sp>
      <p:sp>
        <p:nvSpPr>
          <p:cNvPr id="1354104436" name="operating_cash_flow_2"/>
          <p:cNvSpPr txBox="1"/>
          <p:nvPr/>
        </p:nvSpPr>
        <p:spPr bwMode="auto">
          <a:xfrm rot="0" flipH="0" flipV="0">
            <a:off x="3454398" y="4800530"/>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74196186" name="operating_cash_flow_1"/>
          <p:cNvSpPr txBox="1"/>
          <p:nvPr/>
        </p:nvSpPr>
        <p:spPr bwMode="auto">
          <a:xfrm rot="0" flipH="0" flipV="0">
            <a:off x="4470397" y="4800530"/>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422938217" name="operating_cash_flow_m"/>
          <p:cNvSpPr txBox="1"/>
          <p:nvPr/>
        </p:nvSpPr>
        <p:spPr bwMode="auto">
          <a:xfrm rot="0" flipH="0" flipV="0">
            <a:off x="5689597" y="4800530"/>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7614347" name="stock_price"/>
          <p:cNvSpPr txBox="1"/>
          <p:nvPr/>
        </p:nvSpPr>
        <p:spPr bwMode="auto">
          <a:xfrm rot="0" flipH="0" flipV="0">
            <a:off x="6502397" y="4800530"/>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of revenue</a:t>
            </a:r>
            <a:endParaRPr sz="1200" b="0">
              <a:solidFill>
                <a:schemeClr val="tx1"/>
              </a:solidFill>
              <a:latin typeface="Aptos Narrow"/>
              <a:cs typeface="Aptos Narrow"/>
            </a:endParaRPr>
          </a:p>
        </p:txBody>
      </p:sp>
      <p:sp>
        <p:nvSpPr>
          <p:cNvPr id="1975420472" name="investing_cash_flow_3"/>
          <p:cNvSpPr txBox="1"/>
          <p:nvPr/>
        </p:nvSpPr>
        <p:spPr bwMode="auto">
          <a:xfrm rot="0" flipH="0" flipV="0">
            <a:off x="2438395" y="5232331"/>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697246436" name=""/>
          <p:cNvSpPr txBox="1"/>
          <p:nvPr/>
        </p:nvSpPr>
        <p:spPr bwMode="auto">
          <a:xfrm rot="0" flipH="0" flipV="0">
            <a:off x="406400" y="5232331"/>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Investing CF</a:t>
            </a:r>
            <a:endParaRPr sz="1400" b="1">
              <a:solidFill>
                <a:schemeClr val="bg1"/>
              </a:solidFill>
              <a:latin typeface="Aptos Narrow"/>
              <a:cs typeface="Aptos Narrow"/>
            </a:endParaRPr>
          </a:p>
        </p:txBody>
      </p:sp>
      <p:sp>
        <p:nvSpPr>
          <p:cNvPr id="2026156671" name="investing_cash_flow_2"/>
          <p:cNvSpPr txBox="1"/>
          <p:nvPr/>
        </p:nvSpPr>
        <p:spPr bwMode="auto">
          <a:xfrm rot="0" flipH="0" flipV="0">
            <a:off x="3454398" y="5232331"/>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478273133" name="investing_cash_flow_1"/>
          <p:cNvSpPr txBox="1"/>
          <p:nvPr/>
        </p:nvSpPr>
        <p:spPr bwMode="auto">
          <a:xfrm rot="0" flipH="0" flipV="0">
            <a:off x="4470397" y="5232331"/>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978758114" name="investing_cash_flow_m"/>
          <p:cNvSpPr txBox="1"/>
          <p:nvPr/>
        </p:nvSpPr>
        <p:spPr bwMode="auto">
          <a:xfrm rot="0" flipH="0" flipV="0">
            <a:off x="5689597" y="5232331"/>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100304119" name="analyst_rating"/>
          <p:cNvSpPr txBox="1"/>
          <p:nvPr/>
        </p:nvSpPr>
        <p:spPr bwMode="auto">
          <a:xfrm rot="0" flipH="0" flipV="0">
            <a:off x="6502397" y="5232332"/>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of revenue</a:t>
            </a:r>
            <a:endParaRPr sz="1200" b="0">
              <a:solidFill>
                <a:schemeClr val="tx1"/>
              </a:solidFill>
              <a:latin typeface="Aptos Narrow"/>
              <a:cs typeface="Aptos Narrow"/>
            </a:endParaRPr>
          </a:p>
        </p:txBody>
      </p:sp>
      <p:sp>
        <p:nvSpPr>
          <p:cNvPr id="639718416" name=""/>
          <p:cNvSpPr txBox="1"/>
          <p:nvPr/>
        </p:nvSpPr>
        <p:spPr bwMode="auto">
          <a:xfrm rot="0" flipH="0" flipV="0">
            <a:off x="406400" y="5664198"/>
            <a:ext cx="1828797"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1">
                <a:solidFill>
                  <a:schemeClr val="bg1"/>
                </a:solidFill>
                <a:latin typeface="Aptos Narrow"/>
                <a:ea typeface="Aptos Narrow"/>
                <a:cs typeface="Aptos Narrow"/>
              </a:rPr>
              <a:t>Free cash flow</a:t>
            </a:r>
            <a:endParaRPr sz="1400" b="1">
              <a:solidFill>
                <a:schemeClr val="bg1"/>
              </a:solidFill>
              <a:latin typeface="Aptos Narrow"/>
              <a:cs typeface="Aptos Narrow"/>
            </a:endParaRPr>
          </a:p>
        </p:txBody>
      </p:sp>
      <p:sp>
        <p:nvSpPr>
          <p:cNvPr id="1210602920" name="free_cash_flow_3"/>
          <p:cNvSpPr txBox="1"/>
          <p:nvPr/>
        </p:nvSpPr>
        <p:spPr bwMode="auto">
          <a:xfrm rot="0" flipH="0" flipV="0">
            <a:off x="2438395" y="56641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103560410" name="free_cash_flow_2"/>
          <p:cNvSpPr txBox="1"/>
          <p:nvPr/>
        </p:nvSpPr>
        <p:spPr bwMode="auto">
          <a:xfrm rot="0" flipH="0" flipV="0">
            <a:off x="3454398" y="56641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1868242619" name="free_cash_flow_1"/>
          <p:cNvSpPr txBox="1"/>
          <p:nvPr/>
        </p:nvSpPr>
        <p:spPr bwMode="auto">
          <a:xfrm rot="0" flipH="0" flipV="0">
            <a:off x="4470397" y="5664198"/>
            <a:ext cx="8127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XX.XB</a:t>
            </a:r>
            <a:endParaRPr>
              <a:solidFill>
                <a:schemeClr val="tx1"/>
              </a:solidFill>
              <a:latin typeface="Aptos Narrow"/>
              <a:cs typeface="Aptos Narrow"/>
            </a:endParaRPr>
          </a:p>
        </p:txBody>
      </p:sp>
      <p:sp>
        <p:nvSpPr>
          <p:cNvPr id="369535547" name="free_cash_flow_m"/>
          <p:cNvSpPr txBox="1"/>
          <p:nvPr/>
        </p:nvSpPr>
        <p:spPr bwMode="auto">
          <a:xfrm rot="0" flipH="0" flipV="0">
            <a:off x="5689597" y="5664198"/>
            <a:ext cx="8127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ctr">
              <a:defRPr/>
            </a:pPr>
            <a:r>
              <a:rPr lang="it-IT" sz="1400" b="0" i="0" u="none" strike="noStrike" cap="none" spc="0">
                <a:solidFill>
                  <a:schemeClr val="tx1"/>
                </a:solidFill>
                <a:latin typeface="Aptos Narrow"/>
                <a:ea typeface="Aptos Narrow"/>
                <a:cs typeface="Aptos Narrow"/>
              </a:rPr>
              <a:t>X.X%</a:t>
            </a:r>
            <a:endParaRPr sz="1400" b="0">
              <a:solidFill>
                <a:schemeClr val="tx1"/>
              </a:solidFill>
              <a:latin typeface="Aptos Narrow"/>
              <a:cs typeface="Aptos Narrow"/>
            </a:endParaRPr>
          </a:p>
        </p:txBody>
      </p:sp>
      <p:sp>
        <p:nvSpPr>
          <p:cNvPr id="1212938754" name="beta"/>
          <p:cNvSpPr txBox="1"/>
          <p:nvPr/>
        </p:nvSpPr>
        <p:spPr bwMode="auto">
          <a:xfrm rot="0" flipH="0" flipV="0">
            <a:off x="6502397" y="5664200"/>
            <a:ext cx="1015999" cy="406396"/>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lgn="l">
              <a:defRPr/>
            </a:pPr>
            <a:r>
              <a:rPr lang="it-IT" sz="1200" b="0">
                <a:solidFill>
                  <a:schemeClr val="tx1"/>
                </a:solidFill>
                <a:latin typeface="Aptos Narrow"/>
                <a:ea typeface="Aptos Narrow"/>
                <a:cs typeface="Aptos Narrow"/>
              </a:rPr>
              <a:t>growth</a:t>
            </a:r>
            <a:endParaRPr sz="1200" b="0">
              <a:solidFill>
                <a:schemeClr val="tx1"/>
              </a:solidFill>
              <a:latin typeface="Aptos Narrow"/>
              <a:cs typeface="Aptos Narrow"/>
            </a:endParaRPr>
          </a:p>
        </p:txBody>
      </p:sp>
      <p:grpSp>
        <p:nvGrpSpPr>
          <p:cNvPr id="1974635895" name=""/>
          <p:cNvGrpSpPr/>
          <p:nvPr/>
        </p:nvGrpSpPr>
        <p:grpSpPr bwMode="auto">
          <a:xfrm>
            <a:off x="609597" y="2628554"/>
            <a:ext cx="6705603" cy="717"/>
            <a:chOff x="0" y="0"/>
            <a:chExt cx="6705603" cy="717"/>
          </a:xfrm>
        </p:grpSpPr>
        <p:cxnSp>
          <p:nvCxnSpPr>
            <p:cNvPr id="1878137788" name=""/>
            <p:cNvCxnSpPr/>
            <p:nvPr/>
          </p:nvCxnSpPr>
          <p:spPr bwMode="auto">
            <a:xfrm flipH="0" flipV="0">
              <a:off x="1828798" y="359"/>
              <a:ext cx="28448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246355164" name=""/>
            <p:cNvCxnSpPr/>
            <p:nvPr/>
          </p:nvCxnSpPr>
          <p:spPr bwMode="auto">
            <a:xfrm rot="0" flipH="0" flipV="0">
              <a:off x="0" y="717"/>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611721738" name=""/>
            <p:cNvCxnSpPr/>
            <p:nvPr/>
          </p:nvCxnSpPr>
          <p:spPr bwMode="auto">
            <a:xfrm flipH="0" flipV="0">
              <a:off x="5080003" y="0"/>
              <a:ext cx="1625599"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1834994646" name=""/>
          <p:cNvGrpSpPr/>
          <p:nvPr/>
        </p:nvGrpSpPr>
        <p:grpSpPr bwMode="auto">
          <a:xfrm>
            <a:off x="609597" y="3060377"/>
            <a:ext cx="6705603" cy="717"/>
            <a:chOff x="0" y="0"/>
            <a:chExt cx="6705603" cy="717"/>
          </a:xfrm>
        </p:grpSpPr>
        <p:cxnSp>
          <p:nvCxnSpPr>
            <p:cNvPr id="2144572992" name=""/>
            <p:cNvCxnSpPr/>
            <p:nvPr/>
          </p:nvCxnSpPr>
          <p:spPr bwMode="auto">
            <a:xfrm flipH="0" flipV="0">
              <a:off x="1828798" y="359"/>
              <a:ext cx="28448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625682137" name=""/>
            <p:cNvCxnSpPr/>
            <p:nvPr/>
          </p:nvCxnSpPr>
          <p:spPr bwMode="auto">
            <a:xfrm rot="0" flipH="0" flipV="0">
              <a:off x="0" y="717"/>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074449605" name=""/>
            <p:cNvCxnSpPr/>
            <p:nvPr/>
          </p:nvCxnSpPr>
          <p:spPr bwMode="auto">
            <a:xfrm flipH="0" flipV="0">
              <a:off x="5080003" y="0"/>
              <a:ext cx="1625599"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1373217910" name=""/>
          <p:cNvGrpSpPr/>
          <p:nvPr/>
        </p:nvGrpSpPr>
        <p:grpSpPr bwMode="auto">
          <a:xfrm>
            <a:off x="609597" y="3492202"/>
            <a:ext cx="6705603" cy="652"/>
            <a:chOff x="0" y="0"/>
            <a:chExt cx="6705603" cy="652"/>
          </a:xfrm>
        </p:grpSpPr>
        <p:cxnSp>
          <p:nvCxnSpPr>
            <p:cNvPr id="301336298" name=""/>
            <p:cNvCxnSpPr/>
            <p:nvPr/>
          </p:nvCxnSpPr>
          <p:spPr bwMode="auto">
            <a:xfrm flipH="0" flipV="0">
              <a:off x="1828798" y="359"/>
              <a:ext cx="28448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724420695" name=""/>
            <p:cNvCxnSpPr/>
            <p:nvPr/>
          </p:nvCxnSpPr>
          <p:spPr bwMode="auto">
            <a:xfrm rot="0" flipH="0" flipV="0">
              <a:off x="0" y="652"/>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2082923132" name=""/>
            <p:cNvCxnSpPr/>
            <p:nvPr/>
          </p:nvCxnSpPr>
          <p:spPr bwMode="auto">
            <a:xfrm flipH="0" flipV="0">
              <a:off x="5080003" y="0"/>
              <a:ext cx="1625599"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1018919629" name=""/>
          <p:cNvGrpSpPr/>
          <p:nvPr/>
        </p:nvGrpSpPr>
        <p:grpSpPr bwMode="auto">
          <a:xfrm>
            <a:off x="609597" y="3924002"/>
            <a:ext cx="6705603" cy="654"/>
            <a:chOff x="0" y="0"/>
            <a:chExt cx="6705603" cy="654"/>
          </a:xfrm>
        </p:grpSpPr>
        <p:cxnSp>
          <p:nvCxnSpPr>
            <p:cNvPr id="1531887898" name=""/>
            <p:cNvCxnSpPr/>
            <p:nvPr/>
          </p:nvCxnSpPr>
          <p:spPr bwMode="auto">
            <a:xfrm flipH="0" flipV="0">
              <a:off x="1828798" y="359"/>
              <a:ext cx="28448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755220686" name=""/>
            <p:cNvCxnSpPr/>
            <p:nvPr/>
          </p:nvCxnSpPr>
          <p:spPr bwMode="auto">
            <a:xfrm rot="0" flipH="0" flipV="0">
              <a:off x="0" y="654"/>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592224528" name=""/>
            <p:cNvCxnSpPr/>
            <p:nvPr/>
          </p:nvCxnSpPr>
          <p:spPr bwMode="auto">
            <a:xfrm flipH="0" flipV="0">
              <a:off x="5080003" y="0"/>
              <a:ext cx="1625599"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1872328368" name=""/>
          <p:cNvGrpSpPr/>
          <p:nvPr/>
        </p:nvGrpSpPr>
        <p:grpSpPr bwMode="auto">
          <a:xfrm>
            <a:off x="609597" y="4355764"/>
            <a:ext cx="6705603" cy="653"/>
            <a:chOff x="0" y="0"/>
            <a:chExt cx="6705603" cy="653"/>
          </a:xfrm>
        </p:grpSpPr>
        <p:cxnSp>
          <p:nvCxnSpPr>
            <p:cNvPr id="1946423567" name=""/>
            <p:cNvCxnSpPr/>
            <p:nvPr/>
          </p:nvCxnSpPr>
          <p:spPr bwMode="auto">
            <a:xfrm flipH="0" flipV="0">
              <a:off x="1828798" y="359"/>
              <a:ext cx="28448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761554285" name=""/>
            <p:cNvCxnSpPr/>
            <p:nvPr/>
          </p:nvCxnSpPr>
          <p:spPr bwMode="auto">
            <a:xfrm rot="0" flipH="0" flipV="0">
              <a:off x="0" y="653"/>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395144537" name=""/>
            <p:cNvCxnSpPr/>
            <p:nvPr/>
          </p:nvCxnSpPr>
          <p:spPr bwMode="auto">
            <a:xfrm flipH="0" flipV="0">
              <a:off x="5080003" y="0"/>
              <a:ext cx="1625599"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295591005" name=""/>
          <p:cNvGrpSpPr/>
          <p:nvPr/>
        </p:nvGrpSpPr>
        <p:grpSpPr bwMode="auto">
          <a:xfrm>
            <a:off x="609597" y="4787524"/>
            <a:ext cx="6705604" cy="653"/>
            <a:chOff x="0" y="0"/>
            <a:chExt cx="6705604" cy="653"/>
          </a:xfrm>
        </p:grpSpPr>
        <p:cxnSp>
          <p:nvCxnSpPr>
            <p:cNvPr id="701252356" name=""/>
            <p:cNvCxnSpPr/>
            <p:nvPr/>
          </p:nvCxnSpPr>
          <p:spPr bwMode="auto">
            <a:xfrm flipH="0" flipV="0">
              <a:off x="1828801" y="359"/>
              <a:ext cx="2844801"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400071288" name=""/>
            <p:cNvCxnSpPr/>
            <p:nvPr/>
          </p:nvCxnSpPr>
          <p:spPr bwMode="auto">
            <a:xfrm rot="0" flipH="0" flipV="0">
              <a:off x="0" y="653"/>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566247767" name=""/>
            <p:cNvCxnSpPr/>
            <p:nvPr/>
          </p:nvCxnSpPr>
          <p:spPr bwMode="auto">
            <a:xfrm flipH="0" flipV="0">
              <a:off x="5080005" y="0"/>
              <a:ext cx="1625598"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934750425" name=""/>
          <p:cNvGrpSpPr/>
          <p:nvPr/>
        </p:nvGrpSpPr>
        <p:grpSpPr bwMode="auto">
          <a:xfrm>
            <a:off x="609597" y="5219326"/>
            <a:ext cx="6705603" cy="652"/>
            <a:chOff x="0" y="0"/>
            <a:chExt cx="6705603" cy="652"/>
          </a:xfrm>
        </p:grpSpPr>
        <p:cxnSp>
          <p:nvCxnSpPr>
            <p:cNvPr id="912709453" name=""/>
            <p:cNvCxnSpPr/>
            <p:nvPr/>
          </p:nvCxnSpPr>
          <p:spPr bwMode="auto">
            <a:xfrm flipH="0" flipV="0">
              <a:off x="1828798" y="359"/>
              <a:ext cx="28448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591553153" name=""/>
            <p:cNvCxnSpPr/>
            <p:nvPr/>
          </p:nvCxnSpPr>
          <p:spPr bwMode="auto">
            <a:xfrm rot="0" flipH="0" flipV="0">
              <a:off x="0" y="652"/>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2073609159" name=""/>
            <p:cNvCxnSpPr/>
            <p:nvPr/>
          </p:nvCxnSpPr>
          <p:spPr bwMode="auto">
            <a:xfrm flipH="0" flipV="0">
              <a:off x="5080003" y="0"/>
              <a:ext cx="1625599"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1616027137" name=""/>
          <p:cNvGrpSpPr/>
          <p:nvPr/>
        </p:nvGrpSpPr>
        <p:grpSpPr bwMode="auto">
          <a:xfrm>
            <a:off x="609597" y="5651085"/>
            <a:ext cx="6705603" cy="759"/>
            <a:chOff x="0" y="0"/>
            <a:chExt cx="6705603" cy="759"/>
          </a:xfrm>
        </p:grpSpPr>
        <p:cxnSp>
          <p:nvCxnSpPr>
            <p:cNvPr id="1769284951" name=""/>
            <p:cNvCxnSpPr/>
            <p:nvPr/>
          </p:nvCxnSpPr>
          <p:spPr bwMode="auto">
            <a:xfrm rot="0" flipH="0" flipV="0">
              <a:off x="0" y="759"/>
              <a:ext cx="1422397" cy="0"/>
            </a:xfrm>
            <a:prstGeom prst="line">
              <a:avLst/>
            </a:prstGeom>
            <a:ln w="6350" cap="flat" cmpd="sng" algn="ctr">
              <a:solidFill>
                <a:schemeClr val="bg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954265123" name=""/>
            <p:cNvCxnSpPr/>
            <p:nvPr/>
          </p:nvCxnSpPr>
          <p:spPr bwMode="auto">
            <a:xfrm rot="0" flipH="0" flipV="0">
              <a:off x="1828800" y="359"/>
              <a:ext cx="2844802" cy="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328035158" name=""/>
            <p:cNvCxnSpPr/>
            <p:nvPr/>
          </p:nvCxnSpPr>
          <p:spPr bwMode="auto">
            <a:xfrm rot="0" flipH="0" flipV="0">
              <a:off x="5080004" y="0"/>
              <a:ext cx="1625599" cy="360"/>
            </a:xfrm>
            <a:prstGeom prst="line">
              <a:avLst/>
            </a:prstGeom>
            <a:ln w="635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4977672" name="Title 1"/>
          <p:cNvSpPr>
            <a:spLocks noGrp="1"/>
          </p:cNvSpPr>
          <p:nvPr>
            <p:ph type="title"/>
          </p:nvPr>
        </p:nvSpPr>
        <p:spPr bwMode="auto"/>
        <p:txBody>
          <a:bodyPr/>
          <a:lstStyle/>
          <a:p>
            <a:pPr>
              <a:defRPr/>
            </a:pPr>
            <a:r>
              <a:rPr lang="it-IT" sz="2400" b="1" i="0" u="none" strike="noStrike" cap="none" spc="0">
                <a:solidFill>
                  <a:schemeClr val="accent1"/>
                </a:solidFill>
                <a:latin typeface="Aptos Narrow"/>
                <a:ea typeface="Aptos Narrow"/>
                <a:cs typeface="Aptos Narrow"/>
              </a:rPr>
              <a:t>{company_name}</a:t>
            </a:r>
            <a:r>
              <a:rPr lang="it-IT" sz="2400" b="1" i="0" u="none" strike="noStrike" cap="none" spc="0">
                <a:solidFill>
                  <a:schemeClr val="accent2"/>
                </a:solidFill>
                <a:latin typeface="Aptos Narrow"/>
                <a:ea typeface="Aptos Narrow"/>
                <a:cs typeface="Aptos Narrow"/>
              </a:rPr>
              <a:t> </a:t>
            </a:r>
            <a:r>
              <a:rPr lang="it-IT" sz="2400" b="1" i="0" u="none" strike="noStrike" cap="none" spc="0">
                <a:solidFill>
                  <a:schemeClr val="tx1"/>
                </a:solidFill>
                <a:latin typeface="Aptos Narrow"/>
                <a:ea typeface="Aptos Narrow"/>
                <a:cs typeface="Aptos Narrow"/>
              </a:rPr>
              <a:t>| Current news</a:t>
            </a:r>
            <a:endParaRPr sz="2400">
              <a:solidFill>
                <a:schemeClr val="tx1"/>
              </a:solidFill>
              <a:latin typeface="Aptos Narrow"/>
              <a:cs typeface="Aptos Narrow"/>
            </a:endParaRPr>
          </a:p>
        </p:txBody>
      </p:sp>
      <p:sp>
        <p:nvSpPr>
          <p:cNvPr id="1934687515" name="Footer Placeholder 4"/>
          <p:cNvSpPr>
            <a:spLocks noGrp="1"/>
          </p:cNvSpPr>
          <p:nvPr>
            <p:ph type="ftr" sz="quarter" idx="3"/>
          </p:nvPr>
        </p:nvSpPr>
        <p:spPr bwMode="auto">
          <a:prstGeom prst="rect">
            <a:avLst/>
          </a:prstGeom>
        </p:spPr>
        <p:txBody>
          <a:bodyPr/>
          <a:lstStyle/>
          <a:p>
            <a:pPr>
              <a:defRPr/>
            </a:pPr>
            <a:r>
              <a:rPr>
                <a:latin typeface="Aptos Narrow"/>
                <a:ea typeface="Aptos Narrow"/>
                <a:cs typeface="Aptos Narrow"/>
              </a:rPr>
              <a:t>Source</a:t>
            </a:r>
            <a:r>
              <a:rPr lang="it-IT">
                <a:latin typeface="Aptos Narrow"/>
                <a:ea typeface="Aptos Narrow"/>
                <a:cs typeface="Aptos Narrow"/>
              </a:rPr>
              <a:t>: Yahoo Finance, Mistral</a:t>
            </a:r>
            <a:endParaRPr>
              <a:latin typeface="Aptos Narrow"/>
              <a:cs typeface="Aptos Narrow"/>
            </a:endParaRPr>
          </a:p>
        </p:txBody>
      </p:sp>
      <p:sp>
        <p:nvSpPr>
          <p:cNvPr id="467867098" name="Slide Number Placeholder 5"/>
          <p:cNvSpPr>
            <a:spLocks noGrp="1"/>
          </p:cNvSpPr>
          <p:nvPr>
            <p:ph type="sldNum" sz="quarter" idx="4"/>
          </p:nvPr>
        </p:nvSpPr>
        <p:spPr bwMode="auto">
          <a:prstGeom prst="rect">
            <a:avLst/>
          </a:prstGeom>
        </p:spPr>
        <p:txBody>
          <a:bodyPr/>
          <a:lstStyle/>
          <a:p>
            <a:pPr>
              <a:defRPr/>
            </a:pPr>
            <a:fld id="{C9D403B2-8D87-49D1-E5D5-9F7B42A8873D}" type="slidenum">
              <a:rPr lang="en-US">
                <a:latin typeface="Aptos Narrow"/>
                <a:ea typeface="Aptos Narrow"/>
                <a:cs typeface="Aptos Narrow"/>
              </a:rPr>
              <a:t>4</a:t>
            </a:fld>
            <a:endParaRPr>
              <a:latin typeface="Aptos Narrow"/>
              <a:cs typeface="Aptos Narrow"/>
            </a:endParaRPr>
          </a:p>
        </p:txBody>
      </p:sp>
      <p:cxnSp>
        <p:nvCxnSpPr>
          <p:cNvPr id="387081750" name=""/>
          <p:cNvCxnSpPr/>
          <p:nvPr/>
        </p:nvCxnSpPr>
        <p:spPr bwMode="auto">
          <a:xfrm flipH="0" flipV="0">
            <a:off x="406396" y="1600200"/>
            <a:ext cx="11379199" cy="0"/>
          </a:xfrm>
          <a:prstGeom prst="line">
            <a:avLst/>
          </a:prstGeom>
          <a:ln w="12700" cap="flat" cmpd="sng" algn="ctr">
            <a:solidFill>
              <a:schemeClr val="tx1"/>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01570829" name=""/>
          <p:cNvSpPr txBox="1"/>
          <p:nvPr/>
        </p:nvSpPr>
        <p:spPr bwMode="auto">
          <a:xfrm rot="0" flipH="0" flipV="0">
            <a:off x="406396" y="1193799"/>
            <a:ext cx="11379199" cy="406397"/>
          </a:xfrm>
          <a:prstGeom prst="rect">
            <a:avLst/>
          </a:prstGeom>
          <a:noFill/>
        </p:spPr>
        <p:txBody>
          <a:bodyPr vertOverflow="overflow" horzOverflow="overflow" vert="horz" wrap="square" lIns="91440" tIns="45720" rIns="91440" bIns="45720" numCol="1" spcCol="0" rtlCol="0" fromWordArt="0" anchor="ctr" anchorCtr="0" forceAA="0" upright="0" compatLnSpc="0">
            <a:noAutofit/>
          </a:bodyPr>
          <a:p>
            <a:pPr>
              <a:defRPr/>
            </a:pPr>
            <a:r>
              <a:rPr lang="it-IT" b="1">
                <a:solidFill>
                  <a:schemeClr val="tx1"/>
                </a:solidFill>
                <a:latin typeface="Aptos Narrow"/>
                <a:ea typeface="Aptos Narrow"/>
                <a:cs typeface="Aptos Narrow"/>
              </a:rPr>
              <a:t>Top 3 topics in current news</a:t>
            </a:r>
            <a:endParaRPr b="1">
              <a:solidFill>
                <a:schemeClr val="tx1"/>
              </a:solidFill>
              <a:latin typeface="Aptos Narrow"/>
              <a:cs typeface="Aptos Narrow"/>
            </a:endParaRPr>
          </a:p>
        </p:txBody>
      </p:sp>
      <p:sp>
        <p:nvSpPr>
          <p:cNvPr id="362188383" name="news_name_1"/>
          <p:cNvSpPr/>
          <p:nvPr/>
        </p:nvSpPr>
        <p:spPr bwMode="auto">
          <a:xfrm rot="0" flipH="0" flipV="0">
            <a:off x="406398" y="1803399"/>
            <a:ext cx="3657600" cy="1015999"/>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r>
              <a:rPr lang="it-IT" sz="1800" b="1" i="0" u="none" strike="noStrike" cap="none" spc="0">
                <a:solidFill>
                  <a:schemeClr val="bg1"/>
                </a:solidFill>
                <a:latin typeface="Aptos Narrow"/>
                <a:ea typeface="Aptos Narrow"/>
                <a:cs typeface="Aptos Narrow"/>
              </a:rPr>
              <a:t>Lorem ipsum dolor sit amet</a:t>
            </a:r>
            <a:endParaRPr>
              <a:solidFill>
                <a:schemeClr val="bg1"/>
              </a:solidFill>
              <a:latin typeface="Aptos Narrow"/>
              <a:cs typeface="Aptos Narrow"/>
            </a:endParaRPr>
          </a:p>
        </p:txBody>
      </p:sp>
      <p:sp>
        <p:nvSpPr>
          <p:cNvPr id="1047532191" name="news_1"/>
          <p:cNvSpPr/>
          <p:nvPr/>
        </p:nvSpPr>
        <p:spPr bwMode="auto">
          <a:xfrm rot="0" flipH="0" flipV="0">
            <a:off x="406398" y="2819399"/>
            <a:ext cx="3657600" cy="3251197"/>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upright="0" compatLnSpc="0"/>
          <a:p>
            <a:pPr algn="l">
              <a:defRPr/>
            </a:pPr>
            <a:r>
              <a:rPr lang="it-IT" sz="1600" b="0" i="0" u="none" strike="noStrike" cap="none" spc="0">
                <a:solidFill>
                  <a:schemeClr val="tx1"/>
                </a:solidFill>
                <a:latin typeface="Aptos Narrow"/>
                <a:ea typeface="Aptos Narrow"/>
                <a:cs typeface="Aptos Narrow"/>
              </a:rPr>
              <a:t>Lorem ipsum dolor sit amet, consectetur adipiscing elit. Maecenas sed turpis ante. Vivamus id lorem orci. Phasellus ut quam purus. Nulla ligula leo, pharetra vitae sapien sit amet, pretium lacinia libero. Vivamus ligula ipsum, porta vel dapibus vel, tincidunt id libero. Duis euismod sit amet nisl eget molestie.</a:t>
            </a:r>
            <a:endParaRPr sz="1600">
              <a:solidFill>
                <a:schemeClr val="tx1"/>
              </a:solidFill>
              <a:latin typeface="Aptos Narrow"/>
              <a:cs typeface="Aptos Narrow"/>
            </a:endParaRPr>
          </a:p>
        </p:txBody>
      </p:sp>
      <p:sp>
        <p:nvSpPr>
          <p:cNvPr id="1624239741" name="news_name_2"/>
          <p:cNvSpPr/>
          <p:nvPr/>
        </p:nvSpPr>
        <p:spPr bwMode="auto">
          <a:xfrm rot="0" flipH="0" flipV="0">
            <a:off x="4267198" y="1803399"/>
            <a:ext cx="3657599" cy="1016000"/>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r>
              <a:rPr lang="it-IT" sz="1800" b="1" i="0" u="none" strike="noStrike" cap="none" spc="0">
                <a:solidFill>
                  <a:schemeClr val="bg1"/>
                </a:solidFill>
                <a:latin typeface="Aptos Narrow"/>
                <a:ea typeface="Aptos Narrow"/>
                <a:cs typeface="Aptos Narrow"/>
              </a:rPr>
              <a:t>Lorem ipsum dolor sit amet</a:t>
            </a:r>
            <a:endParaRPr>
              <a:solidFill>
                <a:schemeClr val="bg1"/>
              </a:solidFill>
              <a:latin typeface="Aptos Narrow"/>
              <a:cs typeface="Aptos Narrow"/>
            </a:endParaRPr>
          </a:p>
        </p:txBody>
      </p:sp>
      <p:sp>
        <p:nvSpPr>
          <p:cNvPr id="688228965" name="news_2"/>
          <p:cNvSpPr/>
          <p:nvPr/>
        </p:nvSpPr>
        <p:spPr bwMode="auto">
          <a:xfrm rot="0" flipH="0" flipV="0">
            <a:off x="4267198" y="2819399"/>
            <a:ext cx="3657600" cy="3251197"/>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upright="0" compatLnSpc="0"/>
          <a:p>
            <a:pPr>
              <a:defRPr/>
            </a:pPr>
            <a:r>
              <a:rPr lang="it-IT" sz="1600" b="0" i="0" u="none" strike="noStrike" cap="none" spc="0">
                <a:solidFill>
                  <a:schemeClr val="tx1"/>
                </a:solidFill>
                <a:latin typeface="Aptos Narrow"/>
                <a:ea typeface="Aptos Narrow"/>
                <a:cs typeface="Aptos Narrow"/>
              </a:rPr>
              <a:t>Lorem ipsum dolor sit amet, consectetur adipiscing elit. Maecenas sed turpis ante. Vivamus id lorem orci. Phasellus ut quam purus. Nulla ligula leo, pharetra vitae sapien sit amet, pretium lacinia libero. Vivamus ligula ipsum, porta vel dapibus vel, tincidunt id libero. Duis euismod sit amet nisl eget molestie.</a:t>
            </a:r>
            <a:endParaRPr>
              <a:solidFill>
                <a:schemeClr val="tx1"/>
              </a:solidFill>
              <a:latin typeface="Aptos Narrow"/>
              <a:cs typeface="Aptos Narrow"/>
            </a:endParaRPr>
          </a:p>
        </p:txBody>
      </p:sp>
      <p:sp>
        <p:nvSpPr>
          <p:cNvPr id="1616617812" name="news_name_3"/>
          <p:cNvSpPr/>
          <p:nvPr/>
        </p:nvSpPr>
        <p:spPr bwMode="auto">
          <a:xfrm rot="0" flipH="0" flipV="0">
            <a:off x="8127999" y="1803399"/>
            <a:ext cx="3657597" cy="1015999"/>
          </a:xfrm>
          <a:prstGeom prst="rect">
            <a:avLst/>
          </a:prstGeom>
          <a:gradFill>
            <a:gsLst>
              <a:gs pos="0">
                <a:schemeClr val="tx1"/>
              </a:gs>
              <a:gs pos="100000">
                <a:schemeClr val="tx1">
                  <a:lumMod val="65000"/>
                  <a:lumOff val="3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r>
              <a:rPr lang="it-IT" sz="1800" b="1" i="0" u="none" strike="noStrike" cap="none" spc="0">
                <a:solidFill>
                  <a:schemeClr val="bg1"/>
                </a:solidFill>
                <a:latin typeface="Aptos Narrow"/>
                <a:ea typeface="Aptos Narrow"/>
                <a:cs typeface="Aptos Narrow"/>
              </a:rPr>
              <a:t>Lorem ipsum dolor sit amet</a:t>
            </a:r>
            <a:endParaRPr>
              <a:solidFill>
                <a:schemeClr val="bg1"/>
              </a:solidFill>
              <a:latin typeface="Aptos Narrow"/>
              <a:cs typeface="Aptos Narrow"/>
            </a:endParaRPr>
          </a:p>
        </p:txBody>
      </p:sp>
      <p:sp>
        <p:nvSpPr>
          <p:cNvPr id="1724349472" name="news_3"/>
          <p:cNvSpPr/>
          <p:nvPr/>
        </p:nvSpPr>
        <p:spPr bwMode="auto">
          <a:xfrm rot="0" flipH="0" flipV="0">
            <a:off x="8127999" y="2819399"/>
            <a:ext cx="3657597" cy="3251197"/>
          </a:xfrm>
          <a:prstGeom prst="rect">
            <a:avLst/>
          </a:prstGeom>
          <a:gradFill>
            <a:gsLst>
              <a:gs pos="0">
                <a:schemeClr val="bg1"/>
              </a:gs>
              <a:gs pos="100000">
                <a:schemeClr val="bg1">
                  <a:lumMod val="85000"/>
                </a:schemeClr>
              </a:gs>
            </a:gsLst>
            <a:lin ang="2700000" scaled="1"/>
          </a:gradFill>
          <a:ln w="12700" cap="flat" cmpd="sng" algn="ctr">
            <a:solidFill>
              <a:schemeClr val="tx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t" anchorCtr="0" forceAA="0" upright="0" compatLnSpc="0"/>
          <a:p>
            <a:pPr algn="l">
              <a:defRPr/>
            </a:pPr>
            <a:r>
              <a:rPr lang="it-IT" sz="1600" b="0" i="0" u="none" strike="noStrike" cap="none" spc="0">
                <a:solidFill>
                  <a:schemeClr val="tx1"/>
                </a:solidFill>
                <a:latin typeface="Aptos Narrow"/>
                <a:ea typeface="Aptos Narrow"/>
                <a:cs typeface="Aptos Narrow"/>
              </a:rPr>
              <a:t>Lorem ipsum dolor sit amet, consectetur adipiscing elit. Maecenas sed turpis ante. Vivamus id lorem orci. Phasellus ut quam purus. Nulla ligula leo, pharetra vitae sapien sit amet, pretium lacinia libero. Vivamus ligula ipsum, porta vel dapibus vel, tincidunt id libero. Duis euismod sit amet nisl eget molestie.</a:t>
            </a:r>
            <a:endParaRPr sz="1600">
              <a:solidFill>
                <a:schemeClr val="tx1"/>
              </a:solidFill>
              <a:latin typeface="Aptos Narrow"/>
              <a:cs typeface="Aptos Narrow"/>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5</Slides>
  <Notes>5</Notes>
  <HiddenSlides>0</HiddenSlides>
  <MMClips>2</MMClips>
  <ScaleCrop>0</ScaleCrop>
  <HeadingPairs>
    <vt:vector size="4" baseType="variant">
      <vt:variant>
        <vt:lpstr>Theme</vt:lpstr>
      </vt:variant>
      <vt:variant>
        <vt:i4>1</vt:i4>
      </vt:variant>
      <vt:variant>
        <vt:lpstr>Slide Titles</vt:lpstr>
      </vt:variant>
      <vt:variant>
        <vt:i4>5</vt:i4>
      </vt:variant>
    </vt:vector>
  </HeadingPairs>
  <TitlesOfParts>
    <vt:vector size="6" baseType="lpstr">
      <vt:lpstr>Theme 1</vt:lpstr>
      <vt:lpstr>Slide 1</vt:lpstr>
      <vt:lpstr>Slide 2</vt:lpstr>
      <vt:lpstr>Slide 3</vt:lpstr>
      <vt:lpstr>Slide 4</vt:lpstr>
      <vt:lpstr>Slide 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41</cp:revision>
  <dcterms:modified xsi:type="dcterms:W3CDTF">2026-10-07T09:41:16Z</dcterms:modified>
</cp:coreProperties>
</file>