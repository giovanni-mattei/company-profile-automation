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5.xml" ContentType="application/vnd.openxmlformats-officedocument.presentationml.notesSlide+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slideLayouts/slideLayout2.xml" ContentType="application/vnd.openxmlformats-officedocument.presentationml.slideLayout+xml"/>
  <Override PartName="/ppt/slides/slide3.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presentation.xml" ContentType="application/vnd.openxmlformats-officedocument.presentationml.presentation.main+xml"/>
  <Override PartName="/ppt/viewProps.xml" ContentType="application/vnd.openxmlformats-officedocument.presentationml.viewProp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showSpecialPlsOnTitleSld="0">
  <p:sldMasterIdLst>
    <p:sldMasterId id="2147483648" r:id="rId1"/>
  </p:sldMasterIdLst>
  <p:notesMasterIdLst>
    <p:notesMasterId r:id="rId9"/>
  </p:notesMasterIdLst>
  <p:sldIdLst>
    <p:sldId id="256" r:id="rId4"/>
    <p:sldId id="257" r:id="rId5"/>
    <p:sldId id="258" r:id="rId6"/>
    <p:sldId id="259" r:id="rId7"/>
    <p:sldId id="260" r:id="rId8"/>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1">
      <p:cViewPr varScale="1">
        <p:scale>
          <a:sx n="100" d="100"/>
          <a:sy n="100" d="100"/>
        </p:scale>
        <p:origin x="378" y="90"/>
      </p:cViewPr>
      <p:guideLst>
        <p:guide pos="3840"/>
        <p:guide pos="2160" orient="horz"/>
      </p:guideLst>
    </p:cSldViewPr>
  </p:slideViewPr>
  <p:gridSpacing cx="203200" cy="203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notesMaster" Target="notesMasters/notesMaster1.xml"/><Relationship Id="rId10" Type="http://schemas.openxmlformats.org/officeDocument/2006/relationships/presProps" Target="presProps.xml" /><Relationship Id="rId11" Type="http://schemas.openxmlformats.org/officeDocument/2006/relationships/tableStyles" Target="tableStyles.xml" /><Relationship Id="rId12"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540238394"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217229436"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en-US"/>
              <a:t>10/30/2013</a:t>
            </a:fld>
            <a:endParaRPr lang="en-US"/>
          </a:p>
        </p:txBody>
      </p:sp>
      <p:sp>
        <p:nvSpPr>
          <p:cNvPr id="1558186723"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987375325"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580879256"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2006679635"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en-US"/>
              <a:t>‹#›</a:t>
            </a:fld>
            <a:endParaRPr lang="en-US"/>
          </a:p>
        </p:txBody>
      </p:sp>
    </p:spTree>
  </p:cSld>
  <p:clrMap bg1="lt1" tx1="dk1" bg2="lt2" tx2="dk2" accent1="accent1" accent2="accent2" accent3="accent3" accent4="accent4" accent5="accent5" accent6="accent6" hlink="hlink" folHlink="folHlink"/>
  <p:hf dt="0" ftr="0" hdr="0" sldNum="1"/>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59321297" name="Slide Image Placeholder 1"/>
          <p:cNvSpPr>
            <a:spLocks noChangeAspect="1" noGrp="1" noRot="1"/>
          </p:cNvSpPr>
          <p:nvPr>
            <p:ph type="sldImg"/>
          </p:nvPr>
        </p:nvSpPr>
        <p:spPr bwMode="auto">
          <a:xfrm>
            <a:off x="685800" y="1143000"/>
            <a:ext cx="5486400" cy="3086100"/>
          </a:xfrm>
        </p:spPr>
      </p:sp>
      <p:sp>
        <p:nvSpPr>
          <p:cNvPr id="1164745976" name="Notes Placeholder 2"/>
          <p:cNvSpPr>
            <a:spLocks noGrp="1"/>
          </p:cNvSpPr>
          <p:nvPr>
            <p:ph type="body" idx="1"/>
          </p:nvPr>
        </p:nvSpPr>
        <p:spPr bwMode="auto"/>
        <p:txBody>
          <a:bodyPr/>
          <a:lstStyle/>
          <a:p>
            <a:pPr>
              <a:defRPr/>
            </a:pPr>
            <a:endParaRPr lang="en-US">
              <a:latin typeface="Arial"/>
              <a:cs typeface="Arial"/>
            </a:endParaRPr>
          </a:p>
        </p:txBody>
      </p:sp>
      <p:sp>
        <p:nvSpPr>
          <p:cNvPr id="1051513369" name="Slide Number Placeholder 3"/>
          <p:cNvSpPr>
            <a:spLocks noGrp="1"/>
          </p:cNvSpPr>
          <p:nvPr>
            <p:ph type="sldNum" sz="quarter" idx="10"/>
          </p:nvPr>
        </p:nvSpPr>
        <p:spPr bwMode="auto"/>
        <p:txBody>
          <a:bodyPr/>
          <a:lstStyle/>
          <a:p>
            <a:pPr>
              <a:defRPr/>
            </a:pPr>
            <a:fld id="{2E6999B8-B6B4-4561-A3CD-BBCDAB9FC9D9}"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68350403" name="Slide Image Placeholder 1"/>
          <p:cNvSpPr>
            <a:spLocks noChangeAspect="1" noGrp="1" noRot="1"/>
          </p:cNvSpPr>
          <p:nvPr>
            <p:ph type="sldImg"/>
          </p:nvPr>
        </p:nvSpPr>
        <p:spPr bwMode="auto"/>
      </p:sp>
      <p:sp>
        <p:nvSpPr>
          <p:cNvPr id="494096144" name="Notes Placeholder 2"/>
          <p:cNvSpPr>
            <a:spLocks noGrp="1"/>
          </p:cNvSpPr>
          <p:nvPr>
            <p:ph type="body" idx="1"/>
          </p:nvPr>
        </p:nvSpPr>
        <p:spPr bwMode="auto"/>
        <p:txBody>
          <a:bodyPr/>
          <a:lstStyle/>
          <a:p>
            <a:pPr>
              <a:defRPr/>
            </a:pPr>
            <a:endParaRPr/>
          </a:p>
        </p:txBody>
      </p:sp>
      <p:sp>
        <p:nvSpPr>
          <p:cNvPr id="44797305" name="Slide Number Placeholder 3"/>
          <p:cNvSpPr>
            <a:spLocks noGrp="1"/>
          </p:cNvSpPr>
          <p:nvPr>
            <p:ph type="sldNum" sz="quarter" idx="10"/>
          </p:nvPr>
        </p:nvSpPr>
        <p:spPr bwMode="auto"/>
        <p:txBody>
          <a:bodyPr/>
          <a:lstStyle/>
          <a:p>
            <a:pPr>
              <a:defRPr/>
            </a:pPr>
            <a:fld id="{9182EF0A-A771-ECF1-0FFC-8586B359D997}"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34682641" name="Slide Image Placeholder 1"/>
          <p:cNvSpPr>
            <a:spLocks noChangeAspect="1" noGrp="1" noRot="1"/>
          </p:cNvSpPr>
          <p:nvPr>
            <p:ph type="sldImg"/>
          </p:nvPr>
        </p:nvSpPr>
        <p:spPr bwMode="auto"/>
      </p:sp>
      <p:sp>
        <p:nvSpPr>
          <p:cNvPr id="653845687" name="Notes Placeholder 2"/>
          <p:cNvSpPr>
            <a:spLocks noGrp="1"/>
          </p:cNvSpPr>
          <p:nvPr>
            <p:ph type="body" idx="1"/>
          </p:nvPr>
        </p:nvSpPr>
        <p:spPr bwMode="auto"/>
        <p:txBody>
          <a:bodyPr/>
          <a:lstStyle/>
          <a:p>
            <a:pPr>
              <a:defRPr/>
            </a:pPr>
            <a:endParaRPr/>
          </a:p>
        </p:txBody>
      </p:sp>
      <p:sp>
        <p:nvSpPr>
          <p:cNvPr id="738503256" name="Slide Number Placeholder 3"/>
          <p:cNvSpPr>
            <a:spLocks noGrp="1"/>
          </p:cNvSpPr>
          <p:nvPr>
            <p:ph type="sldNum" sz="quarter" idx="10"/>
          </p:nvPr>
        </p:nvSpPr>
        <p:spPr bwMode="auto"/>
        <p:txBody>
          <a:bodyPr/>
          <a:lstStyle/>
          <a:p>
            <a:pPr>
              <a:defRPr/>
            </a:pPr>
            <a:fld id="{A9FDA3FF-A8CC-A44C-6F82-C6C2382F685E}"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86086469" name="Slide Image Placeholder 1"/>
          <p:cNvSpPr>
            <a:spLocks noChangeAspect="1" noGrp="1" noRot="1"/>
          </p:cNvSpPr>
          <p:nvPr>
            <p:ph type="sldImg"/>
          </p:nvPr>
        </p:nvSpPr>
        <p:spPr bwMode="auto"/>
      </p:sp>
      <p:sp>
        <p:nvSpPr>
          <p:cNvPr id="554648390" name="Notes Placeholder 2"/>
          <p:cNvSpPr>
            <a:spLocks noGrp="1"/>
          </p:cNvSpPr>
          <p:nvPr>
            <p:ph type="body" idx="1"/>
          </p:nvPr>
        </p:nvSpPr>
        <p:spPr bwMode="auto"/>
        <p:txBody>
          <a:bodyPr/>
          <a:lstStyle/>
          <a:p>
            <a:pPr>
              <a:defRPr/>
            </a:pPr>
            <a:endParaRPr/>
          </a:p>
        </p:txBody>
      </p:sp>
      <p:sp>
        <p:nvSpPr>
          <p:cNvPr id="1097206847" name="Slide Number Placeholder 3"/>
          <p:cNvSpPr>
            <a:spLocks noGrp="1"/>
          </p:cNvSpPr>
          <p:nvPr>
            <p:ph type="sldNum" sz="quarter" idx="10"/>
          </p:nvPr>
        </p:nvSpPr>
        <p:spPr bwMode="auto"/>
        <p:txBody>
          <a:bodyPr/>
          <a:lstStyle/>
          <a:p>
            <a:pPr>
              <a:defRPr/>
            </a:pPr>
            <a:fld id="{2C79BD58-2C2A-2DD2-AD6D-7237FB36A47F}"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0001397" name="Slide Image Placeholder 1"/>
          <p:cNvSpPr>
            <a:spLocks noChangeAspect="1" noGrp="1" noRot="1"/>
          </p:cNvSpPr>
          <p:nvPr>
            <p:ph type="sldImg"/>
          </p:nvPr>
        </p:nvSpPr>
        <p:spPr bwMode="auto"/>
      </p:sp>
      <p:sp>
        <p:nvSpPr>
          <p:cNvPr id="799557467" name="Notes Placeholder 2"/>
          <p:cNvSpPr>
            <a:spLocks noGrp="1"/>
          </p:cNvSpPr>
          <p:nvPr>
            <p:ph type="body" idx="1"/>
          </p:nvPr>
        </p:nvSpPr>
        <p:spPr bwMode="auto"/>
        <p:txBody>
          <a:bodyPr/>
          <a:lstStyle/>
          <a:p>
            <a:pPr>
              <a:defRPr/>
            </a:pPr>
            <a:endParaRPr/>
          </a:p>
        </p:txBody>
      </p:sp>
      <p:sp>
        <p:nvSpPr>
          <p:cNvPr id="1534847103" name="Slide Number Placeholder 3"/>
          <p:cNvSpPr>
            <a:spLocks noGrp="1"/>
          </p:cNvSpPr>
          <p:nvPr>
            <p:ph type="sldNum" sz="quarter" idx="10"/>
          </p:nvPr>
        </p:nvSpPr>
        <p:spPr bwMode="auto"/>
        <p:txBody>
          <a:bodyPr/>
          <a:lstStyle/>
          <a:p>
            <a:pPr>
              <a:defRPr/>
            </a:pPr>
            <a:fld id="{11ADC0F5-3AD5-6105-20E7-E3714E5B283A}"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bg>
      <p:bgPr shadeToTitle="0">
        <a:gradFill>
          <a:gsLst>
            <a:gs pos="0">
              <a:schemeClr val="bg1"/>
            </a:gs>
            <a:gs pos="100000">
              <a:schemeClr val="bg1">
                <a:lumMod val="85000"/>
              </a:schemeClr>
            </a:gs>
          </a:gsLst>
          <a:lin ang="2700000" scaled="1"/>
        </a:gradFill>
      </p:bgPr>
    </p:bg>
    <p:spTree>
      <p:nvGrpSpPr>
        <p:cNvPr id="1" name=""/>
        <p:cNvGrpSpPr/>
        <p:nvPr/>
      </p:nvGrpSpPr>
      <p:grpSpPr bwMode="auto">
        <a:xfrm>
          <a:off x="0" y="0"/>
          <a:ext cx="0" cy="0"/>
          <a:chOff x="0" y="0"/>
          <a:chExt cx="0" cy="0"/>
        </a:xfrm>
      </p:grpSpPr>
      <p:sp>
        <p:nvSpPr>
          <p:cNvPr id="2129592063" name="Rectangle 1245485961"/>
          <p:cNvSpPr/>
          <p:nvPr/>
        </p:nvSpPr>
        <p:spPr bwMode="auto">
          <a:xfrm rot="0" flipH="0" flipV="0">
            <a:off x="0" y="-25398"/>
            <a:ext cx="4063999" cy="6908797"/>
          </a:xfrm>
          <a:prstGeom prst="rect">
            <a:avLst/>
          </a:prstGeom>
          <a:gradFill>
            <a:gsLst>
              <a:gs pos="0">
                <a:schemeClr val="tx1"/>
              </a:gs>
              <a:gs pos="100000">
                <a:schemeClr val="tx1">
                  <a:lumMod val="65000"/>
                  <a:lumOff val="35000"/>
                </a:schemeClr>
              </a:gs>
            </a:gsLst>
            <a:lin ang="27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cxnSp>
        <p:nvCxnSpPr>
          <p:cNvPr id="1649071720" name=""/>
          <p:cNvCxnSpPr/>
          <p:nvPr/>
        </p:nvCxnSpPr>
        <p:spPr bwMode="auto">
          <a:xfrm flipH="0" flipV="0">
            <a:off x="4267197" y="3631860"/>
            <a:ext cx="6705597" cy="339"/>
          </a:xfrm>
          <a:prstGeom prst="line">
            <a:avLst/>
          </a:prstGeom>
          <a:ln w="381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48768677" name="Title 1"/>
          <p:cNvSpPr>
            <a:spLocks noGrp="1"/>
          </p:cNvSpPr>
          <p:nvPr>
            <p:ph type="ctrTitle"/>
          </p:nvPr>
        </p:nvSpPr>
        <p:spPr bwMode="auto">
          <a:xfrm flipH="0" flipV="0">
            <a:off x="4267197" y="1803399"/>
            <a:ext cx="6705597" cy="1625598"/>
          </a:xfrm>
        </p:spPr>
        <p:txBody>
          <a:bodyPr anchor="b"/>
          <a:lstStyle>
            <a:lvl1pPr algn="l">
              <a:defRPr sz="4800" b="1">
                <a:solidFill>
                  <a:schemeClr val="tx1"/>
                </a:solidFill>
                <a:latin typeface="Liberation Sans"/>
                <a:ea typeface="Liberation Sans"/>
                <a:cs typeface="Liberation Sans"/>
              </a:defRPr>
            </a:lvl1pPr>
            <a:lvl2pPr algn="l">
              <a:defRPr sz="4800" b="1">
                <a:solidFill>
                  <a:schemeClr val="tx1"/>
                </a:solidFill>
                <a:latin typeface="Liberation Sans"/>
                <a:ea typeface="Liberation Sans"/>
                <a:cs typeface="Liberation Sans"/>
              </a:defRPr>
            </a:lvl2pPr>
            <a:lvl3pPr algn="l">
              <a:defRPr sz="4800" b="1">
                <a:solidFill>
                  <a:schemeClr val="tx1"/>
                </a:solidFill>
                <a:latin typeface="Liberation Sans"/>
                <a:ea typeface="Liberation Sans"/>
                <a:cs typeface="Liberation Sans"/>
              </a:defRPr>
            </a:lvl3pPr>
            <a:lvl4pPr algn="l">
              <a:defRPr sz="4800" b="1">
                <a:solidFill>
                  <a:schemeClr val="tx1"/>
                </a:solidFill>
                <a:latin typeface="Liberation Sans"/>
                <a:ea typeface="Liberation Sans"/>
                <a:cs typeface="Liberation Sans"/>
              </a:defRPr>
            </a:lvl4pPr>
            <a:lvl5pPr algn="l">
              <a:defRPr sz="4800" b="1">
                <a:solidFill>
                  <a:schemeClr val="tx1"/>
                </a:solidFill>
                <a:latin typeface="Liberation Sans"/>
                <a:ea typeface="Liberation Sans"/>
                <a:cs typeface="Liberation Sans"/>
              </a:defRPr>
            </a:lvl5pPr>
            <a:lvl6pPr algn="l">
              <a:defRPr sz="4800" b="1">
                <a:solidFill>
                  <a:schemeClr val="tx1"/>
                </a:solidFill>
                <a:latin typeface="Liberation Sans"/>
                <a:ea typeface="Liberation Sans"/>
                <a:cs typeface="Liberation Sans"/>
              </a:defRPr>
            </a:lvl6pPr>
            <a:lvl7pPr algn="l">
              <a:defRPr sz="4800" b="1">
                <a:solidFill>
                  <a:schemeClr val="tx1"/>
                </a:solidFill>
                <a:latin typeface="Liberation Sans"/>
                <a:ea typeface="Liberation Sans"/>
                <a:cs typeface="Liberation Sans"/>
              </a:defRPr>
            </a:lvl7pPr>
            <a:lvl8pPr algn="l">
              <a:defRPr sz="4800" b="1">
                <a:solidFill>
                  <a:schemeClr val="tx1"/>
                </a:solidFill>
                <a:latin typeface="Liberation Sans"/>
                <a:ea typeface="Liberation Sans"/>
                <a:cs typeface="Liberation Sans"/>
              </a:defRPr>
            </a:lvl8pPr>
            <a:lvl9pPr algn="l">
              <a:defRPr sz="4800" b="1">
                <a:solidFill>
                  <a:schemeClr val="tx1"/>
                </a:solidFill>
                <a:latin typeface="Liberation Sans"/>
                <a:ea typeface="Liberation Sans"/>
                <a:cs typeface="Liberation Sans"/>
              </a:defRPr>
            </a:lvl9pPr>
          </a:lstStyle>
          <a:p>
            <a:pPr>
              <a:defRPr/>
            </a:pPr>
            <a:r>
              <a:rPr lang="en-US"/>
              <a:t>Click to edit Master title style</a:t>
            </a:r>
            <a:endParaRPr lang="en-US"/>
          </a:p>
        </p:txBody>
      </p:sp>
      <p:sp>
        <p:nvSpPr>
          <p:cNvPr id="1975404204" name="Subtitle 2"/>
          <p:cNvSpPr>
            <a:spLocks noGrp="1"/>
          </p:cNvSpPr>
          <p:nvPr>
            <p:ph type="subTitle" idx="1"/>
          </p:nvPr>
        </p:nvSpPr>
        <p:spPr bwMode="auto">
          <a:xfrm flipH="0" flipV="0">
            <a:off x="4267197" y="3835397"/>
            <a:ext cx="6705597" cy="1625598"/>
          </a:xfrm>
        </p:spPr>
        <p:txBody>
          <a:bodyPr/>
          <a:lstStyle>
            <a:lvl1pPr marL="0" indent="0" algn="l">
              <a:buNone/>
              <a:defRPr sz="2800">
                <a:solidFill>
                  <a:schemeClr val="tx1"/>
                </a:solidFill>
                <a:latin typeface="Liberation Sans"/>
                <a:ea typeface="Liberation Sans"/>
                <a:cs typeface="Liberation Sans"/>
              </a:defRPr>
            </a:lvl1pPr>
            <a:lvl2pPr marL="457200" indent="0" algn="l">
              <a:buNone/>
              <a:defRPr sz="2800">
                <a:solidFill>
                  <a:schemeClr val="tx1"/>
                </a:solidFill>
                <a:latin typeface="Liberation Sans"/>
                <a:ea typeface="Liberation Sans"/>
                <a:cs typeface="Liberation Sans"/>
              </a:defRPr>
            </a:lvl2pPr>
            <a:lvl3pPr marL="914400" indent="0" algn="l">
              <a:buNone/>
              <a:defRPr sz="2800">
                <a:solidFill>
                  <a:schemeClr val="tx1"/>
                </a:solidFill>
                <a:latin typeface="Liberation Sans"/>
                <a:ea typeface="Liberation Sans"/>
                <a:cs typeface="Liberation Sans"/>
              </a:defRPr>
            </a:lvl3pPr>
            <a:lvl4pPr marL="1371600" indent="0" algn="l">
              <a:buNone/>
              <a:defRPr sz="2800">
                <a:solidFill>
                  <a:schemeClr val="tx1"/>
                </a:solidFill>
                <a:latin typeface="Liberation Sans"/>
                <a:ea typeface="Liberation Sans"/>
                <a:cs typeface="Liberation Sans"/>
              </a:defRPr>
            </a:lvl4pPr>
            <a:lvl5pPr marL="1828800" indent="0" algn="l">
              <a:buNone/>
              <a:defRPr sz="2800">
                <a:solidFill>
                  <a:schemeClr val="tx1"/>
                </a:solidFill>
                <a:latin typeface="Liberation Sans"/>
                <a:ea typeface="Liberation Sans"/>
                <a:cs typeface="Liberation Sans"/>
              </a:defRPr>
            </a:lvl5pPr>
            <a:lvl6pPr marL="2286000" indent="0" algn="l">
              <a:buNone/>
              <a:defRPr sz="2800">
                <a:solidFill>
                  <a:schemeClr val="tx1"/>
                </a:solidFill>
                <a:latin typeface="Liberation Sans"/>
                <a:ea typeface="Liberation Sans"/>
                <a:cs typeface="Liberation Sans"/>
              </a:defRPr>
            </a:lvl6pPr>
            <a:lvl7pPr marL="2743200" indent="0" algn="l">
              <a:buNone/>
              <a:defRPr sz="2800">
                <a:solidFill>
                  <a:schemeClr val="tx1"/>
                </a:solidFill>
                <a:latin typeface="Liberation Sans"/>
                <a:ea typeface="Liberation Sans"/>
                <a:cs typeface="Liberation Sans"/>
              </a:defRPr>
            </a:lvl7pPr>
            <a:lvl8pPr marL="3200400" indent="0" algn="l">
              <a:buNone/>
              <a:defRPr sz="2800">
                <a:solidFill>
                  <a:schemeClr val="tx1"/>
                </a:solidFill>
                <a:latin typeface="Liberation Sans"/>
                <a:ea typeface="Liberation Sans"/>
                <a:cs typeface="Liberation Sans"/>
              </a:defRPr>
            </a:lvl8pPr>
            <a:lvl9pPr marL="3657600" indent="0" algn="l">
              <a:buNone/>
              <a:defRPr sz="2800">
                <a:solidFill>
                  <a:schemeClr val="tx1"/>
                </a:solidFill>
                <a:latin typeface="Liberation Sans"/>
                <a:ea typeface="Liberation Sans"/>
                <a:cs typeface="Liberation Sans"/>
              </a:defRPr>
            </a:lvl9pPr>
          </a:lstStyle>
          <a:p>
            <a:pPr>
              <a:defRPr/>
            </a:pPr>
            <a:r>
              <a:rPr lang="en-US"/>
              <a:t>Click to edit Master subtitle style</a:t>
            </a: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bg>
      <p:bgPr shadeToTitle="0">
        <a:solidFill>
          <a:schemeClr val="bg1"/>
        </a:solidFill>
      </p:bgPr>
    </p:bg>
    <p:spTree>
      <p:nvGrpSpPr>
        <p:cNvPr id="1" name=""/>
        <p:cNvGrpSpPr/>
        <p:nvPr/>
      </p:nvGrpSpPr>
      <p:grpSpPr bwMode="auto">
        <a:xfrm>
          <a:off x="0" y="0"/>
          <a:ext cx="0" cy="0"/>
          <a:chOff x="0" y="0"/>
          <a:chExt cx="0" cy="0"/>
        </a:xfrm>
      </p:grpSpPr>
      <p:sp>
        <p:nvSpPr>
          <p:cNvPr id="1955462736" name="Title 1"/>
          <p:cNvSpPr>
            <a:spLocks noGrp="1"/>
          </p:cNvSpPr>
          <p:nvPr>
            <p:ph type="title"/>
          </p:nvPr>
        </p:nvSpPr>
        <p:spPr bwMode="auto">
          <a:xfrm flipH="0" flipV="0">
            <a:off x="406399" y="177798"/>
            <a:ext cx="11379199" cy="812799"/>
          </a:xfrm>
        </p:spPr>
        <p:txBody>
          <a:bodyPr vertOverflow="overflow" horzOverflow="overflow" vert="horz" wrap="square" lIns="91440" tIns="45720" rIns="91440" bIns="45720" numCol="1" spcCol="0" rtlCol="0" fromWordArt="0" anchor="ctr" anchorCtr="0" forceAA="0" upright="0" compatLnSpc="0">
            <a:normAutofit/>
          </a:bodyPr>
          <a:lstStyle>
            <a:lvl1pPr>
              <a:defRPr sz="2400" b="1">
                <a:solidFill>
                  <a:schemeClr val="tx1"/>
                </a:solidFill>
                <a:latin typeface="Liberation Sans"/>
                <a:ea typeface="Liberation Sans"/>
                <a:cs typeface="Liberation Sans"/>
              </a:defRPr>
            </a:lvl1pPr>
            <a:lvl2pPr>
              <a:defRPr sz="2400" b="1">
                <a:solidFill>
                  <a:schemeClr val="tx1"/>
                </a:solidFill>
                <a:latin typeface="Liberation Sans"/>
                <a:ea typeface="Liberation Sans"/>
                <a:cs typeface="Liberation Sans"/>
              </a:defRPr>
            </a:lvl2pPr>
            <a:lvl3pPr>
              <a:defRPr sz="2400" b="1">
                <a:solidFill>
                  <a:schemeClr val="tx1"/>
                </a:solidFill>
                <a:latin typeface="Liberation Sans"/>
                <a:ea typeface="Liberation Sans"/>
                <a:cs typeface="Liberation Sans"/>
              </a:defRPr>
            </a:lvl3pPr>
            <a:lvl4pPr>
              <a:defRPr sz="2400" b="1">
                <a:solidFill>
                  <a:schemeClr val="tx1"/>
                </a:solidFill>
                <a:latin typeface="Liberation Sans"/>
                <a:ea typeface="Liberation Sans"/>
                <a:cs typeface="Liberation Sans"/>
              </a:defRPr>
            </a:lvl4pPr>
            <a:lvl5pPr>
              <a:defRPr sz="2400" b="1">
                <a:solidFill>
                  <a:schemeClr val="tx1"/>
                </a:solidFill>
                <a:latin typeface="Liberation Sans"/>
                <a:ea typeface="Liberation Sans"/>
                <a:cs typeface="Liberation Sans"/>
              </a:defRPr>
            </a:lvl5pPr>
            <a:lvl6pPr>
              <a:defRPr sz="2400" b="1">
                <a:solidFill>
                  <a:schemeClr val="tx1"/>
                </a:solidFill>
                <a:latin typeface="Liberation Sans"/>
                <a:ea typeface="Liberation Sans"/>
                <a:cs typeface="Liberation Sans"/>
              </a:defRPr>
            </a:lvl6pPr>
            <a:lvl7pPr>
              <a:defRPr sz="2400" b="1">
                <a:solidFill>
                  <a:schemeClr val="tx1"/>
                </a:solidFill>
                <a:latin typeface="Liberation Sans"/>
                <a:ea typeface="Liberation Sans"/>
                <a:cs typeface="Liberation Sans"/>
              </a:defRPr>
            </a:lvl7pPr>
            <a:lvl8pPr>
              <a:defRPr sz="2400" b="1">
                <a:solidFill>
                  <a:schemeClr val="tx1"/>
                </a:solidFill>
                <a:latin typeface="Liberation Sans"/>
                <a:ea typeface="Liberation Sans"/>
                <a:cs typeface="Liberation Sans"/>
              </a:defRPr>
            </a:lvl8pPr>
            <a:lvl9pPr>
              <a:defRPr sz="2400" b="1">
                <a:solidFill>
                  <a:schemeClr val="tx1"/>
                </a:solidFill>
                <a:latin typeface="Liberation Sans"/>
                <a:ea typeface="Liberation Sans"/>
                <a:cs typeface="Liberation Sans"/>
              </a:defRPr>
            </a:lvl9pPr>
          </a:lstStyle>
          <a:p>
            <a:pPr>
              <a:defRPr/>
            </a:pPr>
            <a:r>
              <a:rPr lang="en-US"/>
              <a:t>Click to edit Master title style</a:t>
            </a:r>
            <a:endParaRPr lang="en-US"/>
          </a:p>
        </p:txBody>
      </p:sp>
      <p:cxnSp>
        <p:nvCxnSpPr>
          <p:cNvPr id="554612735" name=""/>
          <p:cNvCxnSpPr/>
          <p:nvPr/>
        </p:nvCxnSpPr>
        <p:spPr bwMode="auto">
          <a:xfrm flipH="0" flipV="0">
            <a:off x="406399" y="990599"/>
            <a:ext cx="11379199" cy="0"/>
          </a:xfrm>
          <a:prstGeom prst="line">
            <a:avLst/>
          </a:prstGeom>
          <a:ln w="190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49223741" name="Footer Placeholder 4"/>
          <p:cNvSpPr>
            <a:spLocks noGrp="1"/>
          </p:cNvSpPr>
          <p:nvPr>
            <p:ph type="ftr" sz="quarter" idx="3"/>
          </p:nvPr>
        </p:nvSpPr>
        <p:spPr bwMode="auto">
          <a:xfrm flipH="0" flipV="0">
            <a:off x="406399"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lumMod val="65000"/>
                    <a:lumOff val="35000"/>
                  </a:schemeClr>
                </a:solidFill>
                <a:latin typeface="Liberation Sans"/>
                <a:ea typeface="Liberation Sans"/>
                <a:cs typeface="Liberation Sans"/>
              </a:defRPr>
            </a:lvl1pPr>
            <a:lvl2pPr algn="l">
              <a:defRPr>
                <a:solidFill>
                  <a:schemeClr val="tx1">
                    <a:lumMod val="65000"/>
                    <a:lumOff val="35000"/>
                  </a:schemeClr>
                </a:solidFill>
                <a:latin typeface="Liberation Sans"/>
                <a:ea typeface="Liberation Sans"/>
                <a:cs typeface="Liberation Sans"/>
              </a:defRPr>
            </a:lvl2pPr>
            <a:lvl3pPr algn="l">
              <a:defRPr>
                <a:solidFill>
                  <a:schemeClr val="tx1">
                    <a:lumMod val="65000"/>
                    <a:lumOff val="35000"/>
                  </a:schemeClr>
                </a:solidFill>
                <a:latin typeface="Liberation Sans"/>
                <a:ea typeface="Liberation Sans"/>
                <a:cs typeface="Liberation Sans"/>
              </a:defRPr>
            </a:lvl3pPr>
            <a:lvl4pPr algn="l">
              <a:defRPr>
                <a:solidFill>
                  <a:schemeClr val="tx1">
                    <a:lumMod val="65000"/>
                    <a:lumOff val="35000"/>
                  </a:schemeClr>
                </a:solidFill>
                <a:latin typeface="Liberation Sans"/>
                <a:ea typeface="Liberation Sans"/>
                <a:cs typeface="Liberation Sans"/>
              </a:defRPr>
            </a:lvl4pPr>
            <a:lvl5pPr algn="l">
              <a:defRPr>
                <a:solidFill>
                  <a:schemeClr val="tx1">
                    <a:lumMod val="65000"/>
                    <a:lumOff val="35000"/>
                  </a:schemeClr>
                </a:solidFill>
                <a:latin typeface="Liberation Sans"/>
                <a:ea typeface="Liberation Sans"/>
                <a:cs typeface="Liberation Sans"/>
              </a:defRPr>
            </a:lvl5pPr>
            <a:lvl6pPr algn="l">
              <a:defRPr>
                <a:solidFill>
                  <a:schemeClr val="tx1">
                    <a:lumMod val="65000"/>
                    <a:lumOff val="35000"/>
                  </a:schemeClr>
                </a:solidFill>
                <a:latin typeface="Liberation Sans"/>
                <a:ea typeface="Liberation Sans"/>
                <a:cs typeface="Liberation Sans"/>
              </a:defRPr>
            </a:lvl6pPr>
            <a:lvl7pPr algn="l">
              <a:defRPr>
                <a:solidFill>
                  <a:schemeClr val="tx1">
                    <a:lumMod val="65000"/>
                    <a:lumOff val="35000"/>
                  </a:schemeClr>
                </a:solidFill>
                <a:latin typeface="Liberation Sans"/>
                <a:ea typeface="Liberation Sans"/>
                <a:cs typeface="Liberation Sans"/>
              </a:defRPr>
            </a:lvl7pPr>
            <a:lvl8pPr algn="l">
              <a:defRPr>
                <a:solidFill>
                  <a:schemeClr val="tx1">
                    <a:lumMod val="65000"/>
                    <a:lumOff val="35000"/>
                  </a:schemeClr>
                </a:solidFill>
                <a:latin typeface="Liberation Sans"/>
                <a:ea typeface="Liberation Sans"/>
                <a:cs typeface="Liberation Sans"/>
              </a:defRPr>
            </a:lvl8pPr>
            <a:lvl9pPr algn="l">
              <a:defRPr>
                <a:solidFill>
                  <a:schemeClr val="tx1">
                    <a:lumMod val="65000"/>
                    <a:lumOff val="35000"/>
                  </a:schemeClr>
                </a:solidFill>
                <a:latin typeface="Liberation Sans"/>
                <a:ea typeface="Liberation Sans"/>
                <a:cs typeface="Liberation Sans"/>
              </a:defRPr>
            </a:lvl9pPr>
          </a:lstStyle>
          <a:p>
            <a:pPr>
              <a:defRPr/>
            </a:pPr>
            <a:r>
              <a:rPr/>
              <a:t>Source</a:t>
            </a:r>
            <a:endParaRPr/>
          </a:p>
        </p:txBody>
      </p:sp>
      <p:sp>
        <p:nvSpPr>
          <p:cNvPr id="649004938" name="Slide Number Placeholder 5"/>
          <p:cNvSpPr>
            <a:spLocks noGrp="1"/>
          </p:cNvSpPr>
          <p:nvPr>
            <p:ph type="sldNum" sz="quarter" idx="4"/>
          </p:nvPr>
        </p:nvSpPr>
        <p:spPr bwMode="auto">
          <a:xfrm flipH="0" flipV="0">
            <a:off x="10159999" y="6273799"/>
            <a:ext cx="1625598"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tx1">
                    <a:lumMod val="65000"/>
                    <a:lumOff val="35000"/>
                  </a:schemeClr>
                </a:solidFill>
                <a:latin typeface="Liberation Sans"/>
                <a:ea typeface="Liberation Sans"/>
                <a:cs typeface="Liberation Sans"/>
              </a:defRPr>
            </a:lvl1pPr>
            <a:lvl2pPr>
              <a:defRPr>
                <a:solidFill>
                  <a:schemeClr val="tx1">
                    <a:lumMod val="65000"/>
                    <a:lumOff val="35000"/>
                  </a:schemeClr>
                </a:solidFill>
                <a:latin typeface="Liberation Sans"/>
                <a:ea typeface="Liberation Sans"/>
                <a:cs typeface="Liberation Sans"/>
              </a:defRPr>
            </a:lvl2pPr>
            <a:lvl3pPr>
              <a:defRPr>
                <a:solidFill>
                  <a:schemeClr val="tx1">
                    <a:lumMod val="65000"/>
                    <a:lumOff val="35000"/>
                  </a:schemeClr>
                </a:solidFill>
                <a:latin typeface="Liberation Sans"/>
                <a:ea typeface="Liberation Sans"/>
                <a:cs typeface="Liberation Sans"/>
              </a:defRPr>
            </a:lvl3pPr>
            <a:lvl4pPr>
              <a:defRPr>
                <a:solidFill>
                  <a:schemeClr val="tx1">
                    <a:lumMod val="65000"/>
                    <a:lumOff val="35000"/>
                  </a:schemeClr>
                </a:solidFill>
                <a:latin typeface="Liberation Sans"/>
                <a:ea typeface="Liberation Sans"/>
                <a:cs typeface="Liberation Sans"/>
              </a:defRPr>
            </a:lvl4pPr>
            <a:lvl5pPr>
              <a:defRPr>
                <a:solidFill>
                  <a:schemeClr val="tx1">
                    <a:lumMod val="65000"/>
                    <a:lumOff val="35000"/>
                  </a:schemeClr>
                </a:solidFill>
                <a:latin typeface="Liberation Sans"/>
                <a:ea typeface="Liberation Sans"/>
                <a:cs typeface="Liberation Sans"/>
              </a:defRPr>
            </a:lvl5pPr>
            <a:lvl6pPr>
              <a:defRPr>
                <a:solidFill>
                  <a:schemeClr val="tx1">
                    <a:lumMod val="65000"/>
                    <a:lumOff val="35000"/>
                  </a:schemeClr>
                </a:solidFill>
                <a:latin typeface="Liberation Sans"/>
                <a:ea typeface="Liberation Sans"/>
                <a:cs typeface="Liberation Sans"/>
              </a:defRPr>
            </a:lvl6pPr>
            <a:lvl7pPr>
              <a:defRPr>
                <a:solidFill>
                  <a:schemeClr val="tx1">
                    <a:lumMod val="65000"/>
                    <a:lumOff val="35000"/>
                  </a:schemeClr>
                </a:solidFill>
                <a:latin typeface="Liberation Sans"/>
                <a:ea typeface="Liberation Sans"/>
                <a:cs typeface="Liberation Sans"/>
              </a:defRPr>
            </a:lvl7pPr>
            <a:lvl8pPr>
              <a:defRPr>
                <a:solidFill>
                  <a:schemeClr val="tx1">
                    <a:lumMod val="65000"/>
                    <a:lumOff val="35000"/>
                  </a:schemeClr>
                </a:solidFill>
                <a:latin typeface="Liberation Sans"/>
                <a:ea typeface="Liberation Sans"/>
                <a:cs typeface="Liberation Sans"/>
              </a:defRPr>
            </a:lvl8pPr>
            <a:lvl9pPr>
              <a:defRPr>
                <a:solidFill>
                  <a:schemeClr val="tx1">
                    <a:lumMod val="65000"/>
                    <a:lumOff val="35000"/>
                  </a:schemeClr>
                </a:solidFill>
                <a:latin typeface="Liberation Sans"/>
                <a:ea typeface="Liberation Sans"/>
                <a:cs typeface="Liberation Sans"/>
              </a:defRPr>
            </a:lvl9pPr>
          </a:lstStyle>
          <a:p>
            <a:pPr>
              <a:defRPr/>
            </a:pPr>
            <a:fld id="{AEDD7464-98B3-EF0F-F850-7E06DF1F04D8}" type="slidenum">
              <a:rPr lang="en-US"/>
              <a:t>&lt;#&gt;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bg>
      <p:bgPr shadeToTitle="0">
        <a:solidFill>
          <a:schemeClr val="bg1"/>
        </a:solidFill>
      </p:bgPr>
    </p:bg>
    <p:spTree>
      <p:nvGrpSpPr>
        <p:cNvPr id="1" name=""/>
        <p:cNvGrpSpPr/>
        <p:nvPr/>
      </p:nvGrpSpPr>
      <p:grpSpPr bwMode="auto">
        <a:xfrm>
          <a:off x="0" y="0"/>
          <a:ext cx="0" cy="0"/>
          <a:chOff x="0" y="0"/>
          <a:chExt cx="0" cy="0"/>
        </a:xfrm>
      </p:grpSpPr>
      <p:sp>
        <p:nvSpPr>
          <p:cNvPr id="582745970" name="Rectangle 1245485961"/>
          <p:cNvSpPr/>
          <p:nvPr/>
        </p:nvSpPr>
        <p:spPr bwMode="auto">
          <a:xfrm rot="0" flipH="0" flipV="0">
            <a:off x="8127999" y="-25399"/>
            <a:ext cx="4063999" cy="6908799"/>
          </a:xfrm>
          <a:prstGeom prst="rect">
            <a:avLst/>
          </a:prstGeom>
          <a:gradFill>
            <a:gsLst>
              <a:gs pos="0">
                <a:schemeClr val="tx1">
                  <a:lumMod val="90000"/>
                  <a:lumOff val="5000"/>
                </a:schemeClr>
              </a:gs>
              <a:gs pos="100000">
                <a:schemeClr val="tx1">
                  <a:lumMod val="65000"/>
                  <a:lumOff val="35000"/>
                </a:schemeClr>
              </a:gs>
            </a:gsLst>
            <a:lin ang="81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98175078" name="Title 1"/>
          <p:cNvSpPr>
            <a:spLocks noGrp="1"/>
          </p:cNvSpPr>
          <p:nvPr>
            <p:ph type="title"/>
          </p:nvPr>
        </p:nvSpPr>
        <p:spPr bwMode="auto">
          <a:xfrm flipH="0" flipV="0">
            <a:off x="406399" y="177798"/>
            <a:ext cx="7315199" cy="812799"/>
          </a:xfrm>
        </p:spPr>
        <p:txBody>
          <a:bodyPr vertOverflow="overflow" horzOverflow="overflow" vert="horz" wrap="square" lIns="91440" tIns="45720" rIns="91440" bIns="45720" numCol="1" spcCol="0" rtlCol="0" fromWordArt="0" anchor="ctr" anchorCtr="0" forceAA="0" upright="0" compatLnSpc="0">
            <a:normAutofit/>
          </a:bodyPr>
          <a:lstStyle>
            <a:lvl1pPr>
              <a:defRPr sz="2400" b="1">
                <a:solidFill>
                  <a:schemeClr val="tx1"/>
                </a:solidFill>
                <a:latin typeface="Liberation Sans"/>
                <a:ea typeface="Liberation Sans"/>
                <a:cs typeface="Liberation Sans"/>
              </a:defRPr>
            </a:lvl1pPr>
            <a:lvl2pPr>
              <a:defRPr sz="2400" b="1">
                <a:solidFill>
                  <a:schemeClr val="tx1"/>
                </a:solidFill>
                <a:latin typeface="Liberation Sans"/>
                <a:ea typeface="Liberation Sans"/>
                <a:cs typeface="Liberation Sans"/>
              </a:defRPr>
            </a:lvl2pPr>
            <a:lvl3pPr>
              <a:defRPr sz="2400" b="1">
                <a:solidFill>
                  <a:schemeClr val="tx1"/>
                </a:solidFill>
                <a:latin typeface="Liberation Sans"/>
                <a:ea typeface="Liberation Sans"/>
                <a:cs typeface="Liberation Sans"/>
              </a:defRPr>
            </a:lvl3pPr>
            <a:lvl4pPr>
              <a:defRPr sz="2400" b="1">
                <a:solidFill>
                  <a:schemeClr val="tx1"/>
                </a:solidFill>
                <a:latin typeface="Liberation Sans"/>
                <a:ea typeface="Liberation Sans"/>
                <a:cs typeface="Liberation Sans"/>
              </a:defRPr>
            </a:lvl4pPr>
            <a:lvl5pPr>
              <a:defRPr sz="2400" b="1">
                <a:solidFill>
                  <a:schemeClr val="tx1"/>
                </a:solidFill>
                <a:latin typeface="Liberation Sans"/>
                <a:ea typeface="Liberation Sans"/>
                <a:cs typeface="Liberation Sans"/>
              </a:defRPr>
            </a:lvl5pPr>
            <a:lvl6pPr>
              <a:defRPr sz="2400" b="1">
                <a:solidFill>
                  <a:schemeClr val="tx1"/>
                </a:solidFill>
                <a:latin typeface="Liberation Sans"/>
                <a:ea typeface="Liberation Sans"/>
                <a:cs typeface="Liberation Sans"/>
              </a:defRPr>
            </a:lvl6pPr>
            <a:lvl7pPr>
              <a:defRPr sz="2400" b="1">
                <a:solidFill>
                  <a:schemeClr val="tx1"/>
                </a:solidFill>
                <a:latin typeface="Liberation Sans"/>
                <a:ea typeface="Liberation Sans"/>
                <a:cs typeface="Liberation Sans"/>
              </a:defRPr>
            </a:lvl7pPr>
            <a:lvl8pPr>
              <a:defRPr sz="2400" b="1">
                <a:solidFill>
                  <a:schemeClr val="tx1"/>
                </a:solidFill>
                <a:latin typeface="Liberation Sans"/>
                <a:ea typeface="Liberation Sans"/>
                <a:cs typeface="Liberation Sans"/>
              </a:defRPr>
            </a:lvl8pPr>
            <a:lvl9pPr>
              <a:defRPr sz="2400" b="1">
                <a:solidFill>
                  <a:schemeClr val="tx1"/>
                </a:solidFill>
                <a:latin typeface="Liberation Sans"/>
                <a:ea typeface="Liberation Sans"/>
                <a:cs typeface="Liberation Sans"/>
              </a:defRPr>
            </a:lvl9pPr>
          </a:lstStyle>
          <a:p>
            <a:pPr>
              <a:defRPr/>
            </a:pPr>
            <a:r>
              <a:rPr lang="en-US"/>
              <a:t>Click to edit Master title style</a:t>
            </a:r>
            <a:endParaRPr lang="en-US"/>
          </a:p>
        </p:txBody>
      </p:sp>
      <p:cxnSp>
        <p:nvCxnSpPr>
          <p:cNvPr id="1466616658" name=""/>
          <p:cNvCxnSpPr/>
          <p:nvPr/>
        </p:nvCxnSpPr>
        <p:spPr bwMode="auto">
          <a:xfrm flipH="0" flipV="0">
            <a:off x="406399" y="990599"/>
            <a:ext cx="7315199" cy="0"/>
          </a:xfrm>
          <a:prstGeom prst="line">
            <a:avLst/>
          </a:prstGeom>
          <a:ln w="190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67919916" name="Footer Placeholder 4"/>
          <p:cNvSpPr>
            <a:spLocks noGrp="1"/>
          </p:cNvSpPr>
          <p:nvPr>
            <p:ph type="ftr" sz="quarter" idx="3"/>
          </p:nvPr>
        </p:nvSpPr>
        <p:spPr bwMode="auto">
          <a:xfrm flipH="0" flipV="0">
            <a:off x="406399"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lumMod val="65000"/>
                    <a:lumOff val="35000"/>
                  </a:schemeClr>
                </a:solidFill>
                <a:latin typeface="Liberation Sans"/>
                <a:ea typeface="Liberation Sans"/>
                <a:cs typeface="Liberation Sans"/>
              </a:defRPr>
            </a:lvl1pPr>
            <a:lvl2pPr algn="l">
              <a:defRPr>
                <a:solidFill>
                  <a:schemeClr val="tx1">
                    <a:lumMod val="65000"/>
                    <a:lumOff val="35000"/>
                  </a:schemeClr>
                </a:solidFill>
                <a:latin typeface="Liberation Sans"/>
                <a:ea typeface="Liberation Sans"/>
                <a:cs typeface="Liberation Sans"/>
              </a:defRPr>
            </a:lvl2pPr>
            <a:lvl3pPr algn="l">
              <a:defRPr>
                <a:solidFill>
                  <a:schemeClr val="tx1">
                    <a:lumMod val="65000"/>
                    <a:lumOff val="35000"/>
                  </a:schemeClr>
                </a:solidFill>
                <a:latin typeface="Liberation Sans"/>
                <a:ea typeface="Liberation Sans"/>
                <a:cs typeface="Liberation Sans"/>
              </a:defRPr>
            </a:lvl3pPr>
            <a:lvl4pPr algn="l">
              <a:defRPr>
                <a:solidFill>
                  <a:schemeClr val="tx1">
                    <a:lumMod val="65000"/>
                    <a:lumOff val="35000"/>
                  </a:schemeClr>
                </a:solidFill>
                <a:latin typeface="Liberation Sans"/>
                <a:ea typeface="Liberation Sans"/>
                <a:cs typeface="Liberation Sans"/>
              </a:defRPr>
            </a:lvl4pPr>
            <a:lvl5pPr algn="l">
              <a:defRPr>
                <a:solidFill>
                  <a:schemeClr val="tx1">
                    <a:lumMod val="65000"/>
                    <a:lumOff val="35000"/>
                  </a:schemeClr>
                </a:solidFill>
                <a:latin typeface="Liberation Sans"/>
                <a:ea typeface="Liberation Sans"/>
                <a:cs typeface="Liberation Sans"/>
              </a:defRPr>
            </a:lvl5pPr>
            <a:lvl6pPr algn="l">
              <a:defRPr>
                <a:solidFill>
                  <a:schemeClr val="tx1">
                    <a:lumMod val="65000"/>
                    <a:lumOff val="35000"/>
                  </a:schemeClr>
                </a:solidFill>
                <a:latin typeface="Liberation Sans"/>
                <a:ea typeface="Liberation Sans"/>
                <a:cs typeface="Liberation Sans"/>
              </a:defRPr>
            </a:lvl6pPr>
            <a:lvl7pPr algn="l">
              <a:defRPr>
                <a:solidFill>
                  <a:schemeClr val="tx1">
                    <a:lumMod val="65000"/>
                    <a:lumOff val="35000"/>
                  </a:schemeClr>
                </a:solidFill>
                <a:latin typeface="Liberation Sans"/>
                <a:ea typeface="Liberation Sans"/>
                <a:cs typeface="Liberation Sans"/>
              </a:defRPr>
            </a:lvl7pPr>
            <a:lvl8pPr algn="l">
              <a:defRPr>
                <a:solidFill>
                  <a:schemeClr val="tx1">
                    <a:lumMod val="65000"/>
                    <a:lumOff val="35000"/>
                  </a:schemeClr>
                </a:solidFill>
                <a:latin typeface="Liberation Sans"/>
                <a:ea typeface="Liberation Sans"/>
                <a:cs typeface="Liberation Sans"/>
              </a:defRPr>
            </a:lvl8pPr>
            <a:lvl9pPr algn="l">
              <a:defRPr>
                <a:solidFill>
                  <a:schemeClr val="tx1">
                    <a:lumMod val="65000"/>
                    <a:lumOff val="35000"/>
                  </a:schemeClr>
                </a:solidFill>
                <a:latin typeface="Liberation Sans"/>
                <a:ea typeface="Liberation Sans"/>
                <a:cs typeface="Liberation Sans"/>
              </a:defRPr>
            </a:lvl9pPr>
          </a:lstStyle>
          <a:p>
            <a:pPr>
              <a:defRPr/>
            </a:pPr>
            <a:r>
              <a:rPr/>
              <a:t>Source</a:t>
            </a:r>
            <a:endParaRPr/>
          </a:p>
        </p:txBody>
      </p:sp>
      <p:sp>
        <p:nvSpPr>
          <p:cNvPr id="1859060657" name="Slide Number Placeholder 5"/>
          <p:cNvSpPr>
            <a:spLocks noGrp="1"/>
          </p:cNvSpPr>
          <p:nvPr>
            <p:ph type="sldNum" sz="quarter" idx="4"/>
          </p:nvPr>
        </p:nvSpPr>
        <p:spPr bwMode="auto">
          <a:xfrm flipH="0" flipV="0">
            <a:off x="10159999" y="6273799"/>
            <a:ext cx="1625598"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bg1">
                    <a:lumMod val="85000"/>
                  </a:schemeClr>
                </a:solidFill>
                <a:latin typeface="Liberation Sans"/>
                <a:ea typeface="Liberation Sans"/>
                <a:cs typeface="Liberation Sans"/>
              </a:defRPr>
            </a:lvl1pPr>
            <a:lvl2pPr>
              <a:defRPr>
                <a:solidFill>
                  <a:schemeClr val="bg1">
                    <a:lumMod val="85000"/>
                  </a:schemeClr>
                </a:solidFill>
                <a:latin typeface="Liberation Sans"/>
                <a:ea typeface="Liberation Sans"/>
                <a:cs typeface="Liberation Sans"/>
              </a:defRPr>
            </a:lvl2pPr>
            <a:lvl3pPr>
              <a:defRPr>
                <a:solidFill>
                  <a:schemeClr val="bg1">
                    <a:lumMod val="85000"/>
                  </a:schemeClr>
                </a:solidFill>
                <a:latin typeface="Liberation Sans"/>
                <a:ea typeface="Liberation Sans"/>
                <a:cs typeface="Liberation Sans"/>
              </a:defRPr>
            </a:lvl3pPr>
            <a:lvl4pPr>
              <a:defRPr>
                <a:solidFill>
                  <a:schemeClr val="bg1">
                    <a:lumMod val="85000"/>
                  </a:schemeClr>
                </a:solidFill>
                <a:latin typeface="Liberation Sans"/>
                <a:ea typeface="Liberation Sans"/>
                <a:cs typeface="Liberation Sans"/>
              </a:defRPr>
            </a:lvl4pPr>
            <a:lvl5pPr>
              <a:defRPr>
                <a:solidFill>
                  <a:schemeClr val="bg1">
                    <a:lumMod val="85000"/>
                  </a:schemeClr>
                </a:solidFill>
                <a:latin typeface="Liberation Sans"/>
                <a:ea typeface="Liberation Sans"/>
                <a:cs typeface="Liberation Sans"/>
              </a:defRPr>
            </a:lvl5pPr>
            <a:lvl6pPr>
              <a:defRPr>
                <a:solidFill>
                  <a:schemeClr val="bg1">
                    <a:lumMod val="85000"/>
                  </a:schemeClr>
                </a:solidFill>
                <a:latin typeface="Liberation Sans"/>
                <a:ea typeface="Liberation Sans"/>
                <a:cs typeface="Liberation Sans"/>
              </a:defRPr>
            </a:lvl6pPr>
            <a:lvl7pPr>
              <a:defRPr>
                <a:solidFill>
                  <a:schemeClr val="bg1">
                    <a:lumMod val="85000"/>
                  </a:schemeClr>
                </a:solidFill>
                <a:latin typeface="Liberation Sans"/>
                <a:ea typeface="Liberation Sans"/>
                <a:cs typeface="Liberation Sans"/>
              </a:defRPr>
            </a:lvl7pPr>
            <a:lvl8pPr>
              <a:defRPr>
                <a:solidFill>
                  <a:schemeClr val="bg1">
                    <a:lumMod val="85000"/>
                  </a:schemeClr>
                </a:solidFill>
                <a:latin typeface="Liberation Sans"/>
                <a:ea typeface="Liberation Sans"/>
                <a:cs typeface="Liberation Sans"/>
              </a:defRPr>
            </a:lvl8pPr>
            <a:lvl9pPr>
              <a:defRPr>
                <a:solidFill>
                  <a:schemeClr val="bg1">
                    <a:lumMod val="85000"/>
                  </a:schemeClr>
                </a:solidFill>
                <a:latin typeface="Liberation Sans"/>
                <a:ea typeface="Liberation Sans"/>
                <a:cs typeface="Liberation Sans"/>
              </a:defRPr>
            </a:lvl9pPr>
          </a:lstStyle>
          <a:p>
            <a:pPr>
              <a:defRPr/>
            </a:pPr>
            <a:fld id="{40A18D06-49F8-D332-19DF-C1DE6A70A68E}" type="slidenum">
              <a:rPr lang="en-US"/>
              <a:t>&lt;#&gt;</a:t>
            </a:fld>
            <a:endParaRPr lang="en-US"/>
          </a:p>
        </p:txBody>
      </p:sp>
      <p:cxnSp>
        <p:nvCxnSpPr>
          <p:cNvPr id="641033962" name=""/>
          <p:cNvCxnSpPr/>
          <p:nvPr/>
        </p:nvCxnSpPr>
        <p:spPr bwMode="auto">
          <a:xfrm flipH="0" flipV="0">
            <a:off x="8534399" y="990439"/>
            <a:ext cx="3251199" cy="159"/>
          </a:xfrm>
          <a:prstGeom prst="line">
            <a:avLst/>
          </a:prstGeom>
          <a:ln w="190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1211740" name="Text Placeholder 9"/>
          <p:cNvSpPr>
            <a:spLocks noGrp="1"/>
          </p:cNvSpPr>
          <p:nvPr>
            <p:ph type="body" sz="quarter"/>
          </p:nvPr>
        </p:nvSpPr>
        <p:spPr bwMode="auto">
          <a:xfrm rot="0" flipH="0" flipV="0">
            <a:off x="8534397" y="177800"/>
            <a:ext cx="3251199" cy="812799"/>
          </a:xfrm>
        </p:spPr>
        <p:txBody>
          <a:bodyPr vertOverflow="overflow" horzOverflow="overflow" vert="horz" wrap="square" lIns="91440" tIns="45720" rIns="91440" bIns="45720" numCol="1" spcCol="0" rtlCol="0" fromWordArt="0" anchor="ctr" anchorCtr="0" forceAA="0" upright="0" compatLnSpc="0">
            <a:normAutofit/>
          </a:bodyPr>
          <a:lstStyle>
            <a:lvl1pPr algn="ctr">
              <a:spcBef>
                <a:spcPts val="0"/>
              </a:spcBef>
              <a:defRPr sz="2400" b="1">
                <a:solidFill>
                  <a:schemeClr val="bg1"/>
                </a:solidFill>
                <a:latin typeface="Liberation Sans"/>
                <a:ea typeface="Liberation Sans"/>
                <a:cs typeface="Liberation Sans"/>
              </a:defRPr>
            </a:lvl1pPr>
            <a:lvl2pPr algn="ctr">
              <a:defRPr sz="2400" b="1">
                <a:solidFill>
                  <a:schemeClr val="bg1"/>
                </a:solidFill>
                <a:latin typeface="Liberation Sans"/>
                <a:ea typeface="Liberation Sans"/>
                <a:cs typeface="Liberation Sans"/>
              </a:defRPr>
            </a:lvl2pPr>
            <a:lvl3pPr algn="ctr">
              <a:defRPr sz="2400" b="1">
                <a:solidFill>
                  <a:schemeClr val="bg1"/>
                </a:solidFill>
                <a:latin typeface="Liberation Sans"/>
                <a:ea typeface="Liberation Sans"/>
                <a:cs typeface="Liberation Sans"/>
              </a:defRPr>
            </a:lvl3pPr>
            <a:lvl4pPr algn="ctr">
              <a:defRPr sz="2400" b="1">
                <a:solidFill>
                  <a:schemeClr val="bg1"/>
                </a:solidFill>
                <a:latin typeface="Liberation Sans"/>
                <a:ea typeface="Liberation Sans"/>
                <a:cs typeface="Liberation Sans"/>
              </a:defRPr>
            </a:lvl4pPr>
            <a:lvl5pPr algn="ctr">
              <a:defRPr sz="2400" b="1">
                <a:solidFill>
                  <a:schemeClr val="bg1"/>
                </a:solidFill>
                <a:latin typeface="Liberation Sans"/>
                <a:ea typeface="Liberation Sans"/>
                <a:cs typeface="Liberation Sans"/>
              </a:defRPr>
            </a:lvl5pPr>
            <a:lvl6pPr algn="ctr">
              <a:defRPr sz="2400" b="1">
                <a:solidFill>
                  <a:schemeClr val="bg1"/>
                </a:solidFill>
                <a:latin typeface="Liberation Sans"/>
                <a:ea typeface="Liberation Sans"/>
                <a:cs typeface="Liberation Sans"/>
              </a:defRPr>
            </a:lvl6pPr>
            <a:lvl7pPr algn="ctr">
              <a:defRPr sz="2400" b="1">
                <a:solidFill>
                  <a:schemeClr val="bg1"/>
                </a:solidFill>
                <a:latin typeface="Liberation Sans"/>
                <a:ea typeface="Liberation Sans"/>
                <a:cs typeface="Liberation Sans"/>
              </a:defRPr>
            </a:lvl7pPr>
            <a:lvl8pPr algn="ctr">
              <a:defRPr sz="2400" b="1">
                <a:solidFill>
                  <a:schemeClr val="bg1"/>
                </a:solidFill>
                <a:latin typeface="Liberation Sans"/>
                <a:ea typeface="Liberation Sans"/>
                <a:cs typeface="Liberation Sans"/>
              </a:defRPr>
            </a:lvl8pPr>
            <a:lvl9pPr algn="ctr">
              <a:defRPr sz="2400" b="1">
                <a:solidFill>
                  <a:schemeClr val="bg1"/>
                </a:solidFill>
                <a:latin typeface="Liberation Sans"/>
                <a:ea typeface="Liberation Sans"/>
                <a:cs typeface="Liberation Sans"/>
              </a:defRPr>
            </a:lvl9pPr>
          </a:lstStyle>
          <a:p>
            <a:pPr marL="0" lvl="0" indent="0">
              <a:buFont typeface="Arial"/>
              <a:buNone/>
              <a:defRPr/>
            </a:pPr>
            <a:r>
              <a:rPr lang="en-US"/>
              <a:t>Click to edit Master text styles</a:t>
            </a: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1439633809" name="Title Placeholder 1"/>
          <p:cNvSpPr>
            <a:spLocks noGrp="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en-US"/>
              <a:t>Click to edit Master title style</a:t>
            </a:r>
            <a:endParaRPr lang="en-US"/>
          </a:p>
        </p:txBody>
      </p:sp>
      <p:sp>
        <p:nvSpPr>
          <p:cNvPr id="831233394" name="Text Placeholder 2"/>
          <p:cNvSpPr>
            <a:spLocks noGrp="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703643132" name="Footer Placeholder 4"/>
          <p:cNvSpPr>
            <a:spLocks noGrp="1"/>
          </p:cNvSpPr>
          <p:nvPr>
            <p:ph type="ftr" sz="quarter" idx="3"/>
          </p:nvPr>
        </p:nvSpPr>
        <p:spPr bwMode="auto">
          <a:xfrm flipH="0" flipV="0">
            <a:off x="406399"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tint val="75000"/>
                  </a:schemeClr>
                </a:solidFill>
              </a:defRPr>
            </a:lvl1pPr>
            <a:lvl2pPr algn="l">
              <a:defRPr/>
            </a:lvl2pPr>
            <a:lvl3pPr algn="l">
              <a:defRPr/>
            </a:lvl3pPr>
            <a:lvl4pPr algn="l">
              <a:defRPr/>
            </a:lvl4pPr>
            <a:lvl5pPr algn="l">
              <a:defRPr/>
            </a:lvl5pPr>
            <a:lvl6pPr algn="l">
              <a:defRPr/>
            </a:lvl6pPr>
            <a:lvl7pPr algn="l">
              <a:defRPr/>
            </a:lvl7pPr>
            <a:lvl8pPr algn="l">
              <a:defRPr/>
            </a:lvl8pPr>
            <a:lvl9pPr algn="l">
              <a:defRPr/>
            </a:lvl9pPr>
          </a:lstStyle>
          <a:p>
            <a:pPr>
              <a:defRPr/>
            </a:pPr>
            <a:r>
              <a:rPr/>
              <a:t>Source</a:t>
            </a:r>
            <a:endParaRPr/>
          </a:p>
        </p:txBody>
      </p:sp>
      <p:sp>
        <p:nvSpPr>
          <p:cNvPr id="1961805422" name="Slide Number Placeholder 5"/>
          <p:cNvSpPr>
            <a:spLocks noGrp="1"/>
          </p:cNvSpPr>
          <p:nvPr>
            <p:ph type="sldNum" sz="quarter" idx="4"/>
          </p:nvPr>
        </p:nvSpPr>
        <p:spPr bwMode="auto">
          <a:xfrm flipH="0" flipV="0">
            <a:off x="10159999" y="6273799"/>
            <a:ext cx="1625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tx1">
                    <a:tint val="75000"/>
                  </a:schemeClr>
                </a:solidFill>
              </a:defRPr>
            </a:lvl1pPr>
          </a:lstStyle>
          <a:p>
            <a:pPr>
              <a:defRPr/>
            </a:pPr>
            <a:fld id="{08395586-F03A-48D1-94DF-16B239DF4FB5}"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dt="0" ftr="1" hdr="0" sldNum="1"/>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33445921" name="Title"/>
          <p:cNvSpPr>
            <a:spLocks noGrp="1"/>
          </p:cNvSpPr>
          <p:nvPr>
            <p:ph type="ctrTitle"/>
          </p:nvPr>
        </p:nvSpPr>
        <p:spPr bwMode="auto"/>
        <p:txBody>
          <a:bodyPr/>
          <a:lstStyle/>
          <a:p>
            <a:pPr>
              <a:defRPr/>
            </a:pPr>
            <a:r>
              <a:rPr lang="it-IT">
                <a:solidFill>
                  <a:schemeClr val="accent1"/>
                </a:solidFill>
              </a:rPr>
              <a:t>{company_name}</a:t>
            </a:r>
            <a:endParaRPr>
              <a:solidFill>
                <a:schemeClr val="accent1"/>
              </a:solidFill>
            </a:endParaRPr>
          </a:p>
        </p:txBody>
      </p:sp>
      <p:sp>
        <p:nvSpPr>
          <p:cNvPr id="2132179384" name="Subtitle"/>
          <p:cNvSpPr>
            <a:spLocks noGrp="1"/>
          </p:cNvSpPr>
          <p:nvPr>
            <p:ph type="subTitle" idx="1"/>
          </p:nvPr>
        </p:nvSpPr>
        <p:spPr bwMode="auto"/>
        <p:txBody>
          <a:bodyPr vertOverflow="overflow" horzOverflow="overflow" vert="horz" wrap="square" lIns="91440" tIns="45720" rIns="91440" bIns="45720" numCol="1" spcCol="0" rtlCol="0" fromWordArt="0" anchor="t" anchorCtr="0" forceAA="0" upright="0" compatLnSpc="0">
            <a:normAutofit/>
          </a:bodyPr>
          <a:lstStyle/>
          <a:p>
            <a:pPr>
              <a:defRPr/>
            </a:pPr>
            <a:r>
              <a:rPr lang="it-IT" i="1">
                <a:solidFill>
                  <a:schemeClr val="tx1"/>
                </a:solidFill>
              </a:rPr>
              <a:t>Automatically generated </a:t>
            </a:r>
            <a:r>
              <a:rPr lang="it-IT" i="1">
                <a:solidFill>
                  <a:schemeClr val="tx1"/>
                </a:solidFill>
              </a:rPr>
              <a:t>c</a:t>
            </a:r>
            <a:r>
              <a:rPr i="1">
                <a:solidFill>
                  <a:schemeClr val="tx1"/>
                </a:solidFill>
              </a:rPr>
              <a:t>ompany report as of </a:t>
            </a:r>
            <a:r>
              <a:rPr lang="it-IT" i="1">
                <a:solidFill>
                  <a:schemeClr val="tx1"/>
                </a:solidFill>
              </a:rPr>
              <a:t>{current_date}.</a:t>
            </a:r>
            <a:endParaRPr lang="it-IT" i="1">
              <a:solidFill>
                <a:schemeClr val="tx1"/>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16233200" name=""/>
          <p:cNvSpPr/>
          <p:nvPr/>
        </p:nvSpPr>
        <p:spPr bwMode="auto">
          <a:xfrm rot="0" flipH="0" flipV="0">
            <a:off x="2031997" y="1803399"/>
            <a:ext cx="3048001" cy="4267195"/>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Liberation Sans"/>
              <a:cs typeface="Liberation Sans"/>
            </a:endParaRPr>
          </a:p>
        </p:txBody>
      </p:sp>
      <p:sp>
        <p:nvSpPr>
          <p:cNvPr id="1054390042" name=""/>
          <p:cNvSpPr/>
          <p:nvPr/>
        </p:nvSpPr>
        <p:spPr bwMode="auto">
          <a:xfrm rot="0" flipH="0" flipV="0">
            <a:off x="406398" y="1803399"/>
            <a:ext cx="1625598" cy="4267197"/>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Liberation Sans"/>
              <a:cs typeface="Liberation Sans"/>
            </a:endParaRPr>
          </a:p>
        </p:txBody>
      </p:sp>
      <p:sp>
        <p:nvSpPr>
          <p:cNvPr id="1950023693" name="name"/>
          <p:cNvSpPr txBox="1"/>
          <p:nvPr/>
        </p:nvSpPr>
        <p:spPr bwMode="auto">
          <a:xfrm rot="0" flipH="0" flipV="0">
            <a:off x="2235197" y="2006599"/>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Liberation Sans"/>
                <a:ea typeface="Liberation Sans"/>
                <a:cs typeface="Liberation Sans"/>
              </a:rPr>
              <a:t>{name}</a:t>
            </a:r>
            <a:endParaRPr sz="1600" b="1">
              <a:solidFill>
                <a:schemeClr val="tx1"/>
              </a:solidFill>
              <a:latin typeface="Liberation Sans"/>
              <a:cs typeface="Liberation Sans"/>
            </a:endParaRPr>
          </a:p>
        </p:txBody>
      </p:sp>
      <p:sp>
        <p:nvSpPr>
          <p:cNvPr id="705808638" name=""/>
          <p:cNvSpPr txBox="1"/>
          <p:nvPr/>
        </p:nvSpPr>
        <p:spPr bwMode="auto">
          <a:xfrm rot="0" flipH="0" flipV="0">
            <a:off x="406397" y="2006602"/>
            <a:ext cx="1422399" cy="406396"/>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Name</a:t>
            </a:r>
            <a:endParaRPr sz="1400" b="1">
              <a:solidFill>
                <a:schemeClr val="bg1"/>
              </a:solidFill>
              <a:latin typeface="Liberation Sans"/>
              <a:cs typeface="Liberation Sans"/>
            </a:endParaRPr>
          </a:p>
        </p:txBody>
      </p:sp>
      <p:sp>
        <p:nvSpPr>
          <p:cNvPr id="1257498523" name="symbol"/>
          <p:cNvSpPr txBox="1"/>
          <p:nvPr/>
        </p:nvSpPr>
        <p:spPr bwMode="auto">
          <a:xfrm rot="0" flipH="0" flipV="0">
            <a:off x="2235197" y="2438428"/>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Liberation Sans"/>
                <a:ea typeface="Liberation Sans"/>
                <a:cs typeface="Liberation Sans"/>
              </a:rPr>
              <a:t>{ticker}</a:t>
            </a:r>
            <a:endParaRPr sz="1600" b="1">
              <a:solidFill>
                <a:schemeClr val="tx1"/>
              </a:solidFill>
              <a:latin typeface="Liberation Sans"/>
              <a:cs typeface="Liberation Sans"/>
            </a:endParaRPr>
          </a:p>
        </p:txBody>
      </p:sp>
      <p:sp>
        <p:nvSpPr>
          <p:cNvPr id="1359196504" name=""/>
          <p:cNvSpPr txBox="1"/>
          <p:nvPr/>
        </p:nvSpPr>
        <p:spPr bwMode="auto">
          <a:xfrm rot="0" flipH="0" flipV="0">
            <a:off x="406397" y="2438427"/>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Symbol</a:t>
            </a:r>
            <a:endParaRPr sz="1400" b="1">
              <a:solidFill>
                <a:schemeClr val="bg1"/>
              </a:solidFill>
              <a:latin typeface="Liberation Sans"/>
              <a:cs typeface="Liberation Sans"/>
            </a:endParaRPr>
          </a:p>
        </p:txBody>
      </p:sp>
      <p:sp>
        <p:nvSpPr>
          <p:cNvPr id="1930075135" name="sector"/>
          <p:cNvSpPr txBox="1"/>
          <p:nvPr/>
        </p:nvSpPr>
        <p:spPr bwMode="auto">
          <a:xfrm rot="0" flipH="0" flipV="0">
            <a:off x="2235197" y="2870254"/>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0">
                <a:solidFill>
                  <a:schemeClr val="tx1"/>
                </a:solidFill>
                <a:latin typeface="Liberation Sans"/>
                <a:ea typeface="Liberation Sans"/>
                <a:cs typeface="Liberation Sans"/>
              </a:rPr>
              <a:t>{sector}</a:t>
            </a:r>
            <a:endParaRPr sz="1600" b="0">
              <a:solidFill>
                <a:schemeClr val="tx1"/>
              </a:solidFill>
              <a:latin typeface="Liberation Sans"/>
              <a:cs typeface="Liberation Sans"/>
            </a:endParaRPr>
          </a:p>
        </p:txBody>
      </p:sp>
      <p:sp>
        <p:nvSpPr>
          <p:cNvPr id="808899960" name=""/>
          <p:cNvSpPr txBox="1"/>
          <p:nvPr/>
        </p:nvSpPr>
        <p:spPr bwMode="auto">
          <a:xfrm rot="0" flipH="0" flipV="0">
            <a:off x="406397" y="2870252"/>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Sector</a:t>
            </a:r>
            <a:endParaRPr sz="1400" b="1">
              <a:solidFill>
                <a:schemeClr val="bg1"/>
              </a:solidFill>
              <a:latin typeface="Liberation Sans"/>
              <a:cs typeface="Liberation Sans"/>
            </a:endParaRPr>
          </a:p>
        </p:txBody>
      </p:sp>
      <p:sp>
        <p:nvSpPr>
          <p:cNvPr id="1341591702" name="industry"/>
          <p:cNvSpPr txBox="1"/>
          <p:nvPr/>
        </p:nvSpPr>
        <p:spPr bwMode="auto">
          <a:xfrm rot="0" flipH="0" flipV="0">
            <a:off x="2235197" y="3302011"/>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0">
                <a:solidFill>
                  <a:schemeClr val="tx1"/>
                </a:solidFill>
                <a:latin typeface="Liberation Sans"/>
                <a:ea typeface="Liberation Sans"/>
                <a:cs typeface="Liberation Sans"/>
              </a:rPr>
              <a:t>{industry}</a:t>
            </a:r>
            <a:endParaRPr sz="1600" b="0">
              <a:solidFill>
                <a:schemeClr val="tx1"/>
              </a:solidFill>
              <a:latin typeface="Liberation Sans"/>
              <a:cs typeface="Liberation Sans"/>
            </a:endParaRPr>
          </a:p>
        </p:txBody>
      </p:sp>
      <p:sp>
        <p:nvSpPr>
          <p:cNvPr id="1450875343" name=""/>
          <p:cNvSpPr txBox="1"/>
          <p:nvPr/>
        </p:nvSpPr>
        <p:spPr bwMode="auto">
          <a:xfrm rot="0" flipH="0" flipV="0">
            <a:off x="406397" y="3302049"/>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Industry</a:t>
            </a:r>
            <a:endParaRPr sz="1400" b="1">
              <a:solidFill>
                <a:schemeClr val="bg1"/>
              </a:solidFill>
              <a:latin typeface="Liberation Sans"/>
              <a:cs typeface="Liberation Sans"/>
            </a:endParaRPr>
          </a:p>
        </p:txBody>
      </p:sp>
      <p:sp>
        <p:nvSpPr>
          <p:cNvPr id="220840966" name="market_cap"/>
          <p:cNvSpPr txBox="1"/>
          <p:nvPr/>
        </p:nvSpPr>
        <p:spPr bwMode="auto">
          <a:xfrm rot="0" flipH="0" flipV="0">
            <a:off x="2235197" y="3733811"/>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Liberation Sans"/>
                <a:ea typeface="Liberation Sans"/>
                <a:cs typeface="Liberation Sans"/>
              </a:rPr>
              <a:t>{market_cap}</a:t>
            </a:r>
            <a:endParaRPr sz="1600" b="1">
              <a:solidFill>
                <a:schemeClr val="tx1"/>
              </a:solidFill>
              <a:latin typeface="Liberation Sans"/>
              <a:cs typeface="Liberation Sans"/>
            </a:endParaRPr>
          </a:p>
        </p:txBody>
      </p:sp>
      <p:sp>
        <p:nvSpPr>
          <p:cNvPr id="27691689" name=""/>
          <p:cNvSpPr txBox="1"/>
          <p:nvPr/>
        </p:nvSpPr>
        <p:spPr bwMode="auto">
          <a:xfrm rot="0" flipH="0" flipV="0">
            <a:off x="406397" y="3733810"/>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Market cap</a:t>
            </a:r>
            <a:endParaRPr sz="1400" b="1">
              <a:solidFill>
                <a:schemeClr val="bg1"/>
              </a:solidFill>
              <a:latin typeface="Liberation Sans"/>
              <a:cs typeface="Liberation Sans"/>
            </a:endParaRPr>
          </a:p>
        </p:txBody>
      </p:sp>
      <p:sp>
        <p:nvSpPr>
          <p:cNvPr id="783459543" name="share_price"/>
          <p:cNvSpPr txBox="1"/>
          <p:nvPr/>
        </p:nvSpPr>
        <p:spPr bwMode="auto">
          <a:xfrm rot="0" flipH="0" flipV="0">
            <a:off x="2235197" y="4165570"/>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Liberation Sans"/>
                <a:ea typeface="Liberation Sans"/>
                <a:cs typeface="Liberation Sans"/>
              </a:rPr>
              <a:t>{share_price}</a:t>
            </a:r>
            <a:endParaRPr sz="1600" b="1">
              <a:solidFill>
                <a:schemeClr val="tx1"/>
              </a:solidFill>
              <a:latin typeface="Liberation Sans"/>
              <a:cs typeface="Liberation Sans"/>
            </a:endParaRPr>
          </a:p>
        </p:txBody>
      </p:sp>
      <p:sp>
        <p:nvSpPr>
          <p:cNvPr id="1114599991" name=""/>
          <p:cNvSpPr txBox="1"/>
          <p:nvPr/>
        </p:nvSpPr>
        <p:spPr bwMode="auto">
          <a:xfrm rot="0" flipH="0" flipV="0">
            <a:off x="406396" y="4165611"/>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Share price</a:t>
            </a:r>
            <a:endParaRPr sz="1400" b="1">
              <a:solidFill>
                <a:schemeClr val="bg1"/>
              </a:solidFill>
              <a:latin typeface="Liberation Sans"/>
              <a:cs typeface="Liberation Sans"/>
            </a:endParaRPr>
          </a:p>
        </p:txBody>
      </p:sp>
      <p:sp>
        <p:nvSpPr>
          <p:cNvPr id="1560130438" name="share_earnings"/>
          <p:cNvSpPr txBox="1"/>
          <p:nvPr/>
        </p:nvSpPr>
        <p:spPr bwMode="auto">
          <a:xfrm rot="0" flipH="0" flipV="0">
            <a:off x="2235197" y="4597372"/>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Liberation Sans"/>
                <a:ea typeface="Liberation Sans"/>
                <a:cs typeface="Liberation Sans"/>
              </a:rPr>
              <a:t>{share_earnings}</a:t>
            </a:r>
            <a:endParaRPr sz="1600" b="1">
              <a:solidFill>
                <a:schemeClr val="tx1"/>
              </a:solidFill>
              <a:latin typeface="Liberation Sans"/>
              <a:cs typeface="Liberation Sans"/>
            </a:endParaRPr>
          </a:p>
        </p:txBody>
      </p:sp>
      <p:sp>
        <p:nvSpPr>
          <p:cNvPr id="243254624" name=""/>
          <p:cNvSpPr txBox="1"/>
          <p:nvPr/>
        </p:nvSpPr>
        <p:spPr bwMode="auto">
          <a:xfrm rot="0" flipH="0" flipV="0">
            <a:off x="406396" y="4597372"/>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EPS</a:t>
            </a:r>
            <a:endParaRPr sz="1400" b="1">
              <a:solidFill>
                <a:schemeClr val="bg1"/>
              </a:solidFill>
              <a:latin typeface="Liberation Sans"/>
              <a:cs typeface="Liberation Sans"/>
            </a:endParaRPr>
          </a:p>
        </p:txBody>
      </p:sp>
      <p:sp>
        <p:nvSpPr>
          <p:cNvPr id="1654788491" name="analyst_rating"/>
          <p:cNvSpPr txBox="1"/>
          <p:nvPr/>
        </p:nvSpPr>
        <p:spPr bwMode="auto">
          <a:xfrm rot="0" flipH="0" flipV="0">
            <a:off x="2235197" y="5029134"/>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Liberation Sans"/>
                <a:ea typeface="Liberation Sans"/>
                <a:cs typeface="Liberation Sans"/>
              </a:rPr>
              <a:t>{analyst_rating}</a:t>
            </a:r>
            <a:endParaRPr sz="1600" b="1">
              <a:solidFill>
                <a:schemeClr val="tx1"/>
              </a:solidFill>
              <a:latin typeface="Liberation Sans"/>
              <a:cs typeface="Liberation Sans"/>
            </a:endParaRPr>
          </a:p>
        </p:txBody>
      </p:sp>
      <p:sp>
        <p:nvSpPr>
          <p:cNvPr id="72531646" name=""/>
          <p:cNvSpPr txBox="1"/>
          <p:nvPr/>
        </p:nvSpPr>
        <p:spPr bwMode="auto">
          <a:xfrm rot="0" flipH="0" flipV="0">
            <a:off x="406397" y="5029132"/>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Analyst rating</a:t>
            </a:r>
            <a:endParaRPr sz="1400" b="1">
              <a:solidFill>
                <a:schemeClr val="bg1"/>
              </a:solidFill>
              <a:latin typeface="Liberation Sans"/>
              <a:cs typeface="Liberation Sans"/>
            </a:endParaRPr>
          </a:p>
        </p:txBody>
      </p:sp>
      <p:sp>
        <p:nvSpPr>
          <p:cNvPr id="1446073766" name="beta"/>
          <p:cNvSpPr txBox="1"/>
          <p:nvPr/>
        </p:nvSpPr>
        <p:spPr bwMode="auto">
          <a:xfrm rot="0" flipH="0" flipV="0">
            <a:off x="2235197" y="5461002"/>
            <a:ext cx="2844801" cy="406395"/>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1"/>
                </a:solidFill>
                <a:latin typeface="Liberation Sans"/>
                <a:ea typeface="Liberation Sans"/>
                <a:cs typeface="Liberation Sans"/>
              </a:rPr>
              <a:t>{share_beta}</a:t>
            </a:r>
            <a:endParaRPr sz="1600" b="1">
              <a:solidFill>
                <a:schemeClr val="tx1"/>
              </a:solidFill>
              <a:latin typeface="Liberation Sans"/>
              <a:cs typeface="Liberation Sans"/>
            </a:endParaRPr>
          </a:p>
        </p:txBody>
      </p:sp>
      <p:sp>
        <p:nvSpPr>
          <p:cNvPr id="231457759" name=""/>
          <p:cNvSpPr txBox="1"/>
          <p:nvPr/>
        </p:nvSpPr>
        <p:spPr bwMode="auto">
          <a:xfrm rot="0" flipH="0" flipV="0">
            <a:off x="406397" y="5460999"/>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1"/>
                </a:solidFill>
                <a:latin typeface="Liberation Sans"/>
                <a:ea typeface="Liberation Sans"/>
                <a:cs typeface="Liberation Sans"/>
              </a:rPr>
              <a:t>Share beta</a:t>
            </a:r>
            <a:endParaRPr sz="1400" b="1">
              <a:solidFill>
                <a:schemeClr val="bg1"/>
              </a:solidFill>
              <a:latin typeface="Liberation Sans"/>
              <a:cs typeface="Liberation Sans"/>
            </a:endParaRPr>
          </a:p>
        </p:txBody>
      </p:sp>
      <p:sp>
        <p:nvSpPr>
          <p:cNvPr id="1062681903" name=""/>
          <p:cNvSpPr/>
          <p:nvPr/>
        </p:nvSpPr>
        <p:spPr bwMode="auto">
          <a:xfrm rot="0" flipH="0" flipV="0">
            <a:off x="5283198" y="4241799"/>
            <a:ext cx="6502399" cy="1828796"/>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Liberation Sans"/>
              <a:cs typeface="Liberation Sans"/>
            </a:endParaRPr>
          </a:p>
        </p:txBody>
      </p:sp>
      <p:sp>
        <p:nvSpPr>
          <p:cNvPr id="1847313029" name="Title 1"/>
          <p:cNvSpPr>
            <a:spLocks noGrp="1"/>
          </p:cNvSpPr>
          <p:nvPr>
            <p:ph type="title"/>
          </p:nvPr>
        </p:nvSpPr>
        <p:spPr bwMode="auto"/>
        <p:txBody>
          <a:bodyPr/>
          <a:lstStyle/>
          <a:p>
            <a:pPr>
              <a:defRPr/>
            </a:pPr>
            <a:r>
              <a:rPr lang="it-IT" sz="2400" b="1" i="0" u="none" strike="noStrike" cap="none" spc="0">
                <a:solidFill>
                  <a:schemeClr val="accent1"/>
                </a:solidFill>
                <a:latin typeface="+mj-lt"/>
                <a:ea typeface="+mj-ea"/>
                <a:cs typeface="+mj-cs"/>
              </a:rPr>
              <a:t>{company_name}</a:t>
            </a:r>
            <a:r>
              <a:rPr lang="it-IT" sz="2400" b="1" i="0" u="none" strike="noStrike" cap="none" spc="0">
                <a:solidFill>
                  <a:schemeClr val="tx2"/>
                </a:solidFill>
                <a:latin typeface="+mj-lt"/>
                <a:ea typeface="+mj-ea"/>
                <a:cs typeface="+mj-cs"/>
              </a:rPr>
              <a:t> </a:t>
            </a:r>
            <a:r>
              <a:rPr lang="it-IT" sz="2400" b="1" i="0" u="none" strike="noStrike" cap="none" spc="0">
                <a:solidFill>
                  <a:schemeClr val="tx1"/>
                </a:solidFill>
                <a:latin typeface="Arial"/>
                <a:ea typeface="Arial"/>
                <a:cs typeface="Arial"/>
              </a:rPr>
              <a:t>| </a:t>
            </a:r>
            <a:r>
              <a:rPr lang="it-IT">
                <a:solidFill>
                  <a:schemeClr val="tx1"/>
                </a:solidFill>
              </a:rPr>
              <a:t>Company </a:t>
            </a:r>
            <a:r>
              <a:rPr lang="it-IT">
                <a:solidFill>
                  <a:schemeClr val="tx1"/>
                </a:solidFill>
              </a:rPr>
              <a:t>overview</a:t>
            </a:r>
            <a:endParaRPr>
              <a:solidFill>
                <a:schemeClr val="tx1"/>
              </a:solidFill>
            </a:endParaRPr>
          </a:p>
        </p:txBody>
      </p:sp>
      <p:sp>
        <p:nvSpPr>
          <p:cNvPr id="1805826670" name="Footer Placeholder 4"/>
          <p:cNvSpPr>
            <a:spLocks noGrp="1"/>
          </p:cNvSpPr>
          <p:nvPr>
            <p:ph type="ftr" sz="quarter" idx="3"/>
          </p:nvPr>
        </p:nvSpPr>
        <p:spPr bwMode="auto">
          <a:prstGeom prst="rect">
            <a:avLst/>
          </a:prstGeom>
        </p:spPr>
        <p:txBody>
          <a:bodyPr/>
          <a:lstStyle/>
          <a:p>
            <a:pPr>
              <a:defRPr/>
            </a:pPr>
            <a:r>
              <a:rPr lang="it-IT"/>
              <a:t>Note: All figures expressed in USD</a:t>
            </a:r>
            <a:endParaRPr/>
          </a:p>
          <a:p>
            <a:pPr>
              <a:defRPr/>
            </a:pPr>
            <a:r>
              <a:rPr/>
              <a:t>Source</a:t>
            </a:r>
            <a:r>
              <a:rPr lang="it-IT"/>
              <a:t>: Yahoo Finance, Mistral</a:t>
            </a:r>
            <a:endParaRPr lang="it-IT"/>
          </a:p>
        </p:txBody>
      </p:sp>
      <p:sp>
        <p:nvSpPr>
          <p:cNvPr id="1443953073" name="Slide Number Placeholder 5"/>
          <p:cNvSpPr>
            <a:spLocks noGrp="1"/>
          </p:cNvSpPr>
          <p:nvPr>
            <p:ph type="sldNum" sz="quarter" idx="4"/>
          </p:nvPr>
        </p:nvSpPr>
        <p:spPr bwMode="auto">
          <a:prstGeom prst="rect">
            <a:avLst/>
          </a:prstGeom>
        </p:spPr>
        <p:txBody>
          <a:bodyPr/>
          <a:lstStyle/>
          <a:p>
            <a:pPr>
              <a:defRPr/>
            </a:pPr>
            <a:fld id="{A170F022-B519-FB71-528A-C27255DF51EF}" type="slidenum">
              <a:rPr lang="en-US"/>
              <a:t>&lt;#&gt;</a:t>
            </a:fld>
            <a:endParaRPr lang="en-US"/>
          </a:p>
        </p:txBody>
      </p:sp>
      <p:cxnSp>
        <p:nvCxnSpPr>
          <p:cNvPr id="2045020786" name=""/>
          <p:cNvCxnSpPr/>
          <p:nvPr/>
        </p:nvCxnSpPr>
        <p:spPr bwMode="auto">
          <a:xfrm flipH="0" flipV="0">
            <a:off x="5283198" y="1600185"/>
            <a:ext cx="6502399" cy="338"/>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010499325" name=""/>
          <p:cNvCxnSpPr/>
          <p:nvPr/>
        </p:nvCxnSpPr>
        <p:spPr bwMode="auto">
          <a:xfrm flipH="0" flipV="0">
            <a:off x="406397" y="1600200"/>
            <a:ext cx="4673601"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106768878" name=""/>
          <p:cNvSpPr txBox="1"/>
          <p:nvPr/>
        </p:nvSpPr>
        <p:spPr bwMode="auto">
          <a:xfrm rot="0" flipH="0" flipV="0">
            <a:off x="5283198" y="1193800"/>
            <a:ext cx="650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1"/>
                </a:solidFill>
                <a:latin typeface="Liberation Sans"/>
                <a:ea typeface="Liberation Sans"/>
                <a:cs typeface="Liberation Sans"/>
              </a:rPr>
              <a:t>Business description</a:t>
            </a:r>
            <a:endParaRPr b="1">
              <a:solidFill>
                <a:schemeClr val="tx1"/>
              </a:solidFill>
              <a:latin typeface="Liberation Sans"/>
              <a:cs typeface="Liberation Sans"/>
            </a:endParaRPr>
          </a:p>
        </p:txBody>
      </p:sp>
      <p:sp>
        <p:nvSpPr>
          <p:cNvPr id="46466481" name=""/>
          <p:cNvSpPr txBox="1"/>
          <p:nvPr/>
        </p:nvSpPr>
        <p:spPr bwMode="auto">
          <a:xfrm rot="0" flipH="0" flipV="0">
            <a:off x="406397" y="1193799"/>
            <a:ext cx="4673601"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b="1">
                <a:solidFill>
                  <a:schemeClr val="tx1"/>
                </a:solidFill>
                <a:latin typeface="Liberation Sans"/>
                <a:ea typeface="Liberation Sans"/>
                <a:cs typeface="Liberation Sans"/>
              </a:rPr>
              <a:t>Key data</a:t>
            </a:r>
            <a:endParaRPr b="1">
              <a:solidFill>
                <a:schemeClr val="tx1"/>
              </a:solidFill>
              <a:latin typeface="Liberation Sans"/>
              <a:cs typeface="Liberation Sans"/>
            </a:endParaRPr>
          </a:p>
        </p:txBody>
      </p:sp>
      <p:sp>
        <p:nvSpPr>
          <p:cNvPr id="2106652362" name="description"/>
          <p:cNvSpPr txBox="1"/>
          <p:nvPr/>
        </p:nvSpPr>
        <p:spPr bwMode="auto">
          <a:xfrm rot="0" flipH="0" flipV="0">
            <a:off x="5283198" y="1803399"/>
            <a:ext cx="6502398" cy="1828797"/>
          </a:xfrm>
          <a:prstGeom prst="rect">
            <a:avLst/>
          </a:prstGeom>
          <a:gradFill>
            <a:gsLst>
              <a:gs pos="0">
                <a:schemeClr val="bg1"/>
              </a:gs>
              <a:gs pos="100000">
                <a:schemeClr val="bg1">
                  <a:lumMod val="85000"/>
                </a:schemeClr>
              </a:gs>
            </a:gsLst>
            <a:lin ang="2700000" scaled="1"/>
          </a:gradFill>
          <a:ln w="12700">
            <a:solidFill>
              <a:schemeClr val="tx1"/>
            </a:solidFill>
            <a:prstDash val="solid"/>
          </a:ln>
        </p:spPr>
        <p:txBody>
          <a:bodyPr vertOverflow="overflow" horzOverflow="overflow" vert="horz" wrap="square" lIns="91440" tIns="45720" rIns="91440" bIns="45720" numCol="1" spcCol="0" rtlCol="0" fromWordArt="0" anchor="t" anchorCtr="0" forceAA="0" upright="0" compatLnSpc="0">
            <a:noAutofit/>
          </a:bodyPr>
          <a:p>
            <a:pPr algn="just">
              <a:defRPr/>
            </a:pPr>
            <a:r>
              <a:rPr lang="en-US" sz="1600" b="0" i="0" u="none" strike="noStrike" cap="none" spc="0">
                <a:solidFill>
                  <a:schemeClr val="tx1"/>
                </a:solidFill>
                <a:latin typeface="Liberation Sans"/>
                <a:ea typeface="Liberation Sans"/>
                <a:cs typeface="Liberation Sans"/>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 Fusce condimentum quam ante, eu pellentesque eros finibus et. Cras ultricies fringilla tincidunt. </a:t>
            </a:r>
            <a:endParaRPr sz="1600">
              <a:solidFill>
                <a:schemeClr val="tx1"/>
              </a:solidFill>
              <a:latin typeface="Liberation Sans"/>
              <a:cs typeface="Liberation Sans"/>
            </a:endParaRPr>
          </a:p>
        </p:txBody>
      </p:sp>
      <p:cxnSp>
        <p:nvCxnSpPr>
          <p:cNvPr id="588006342" name=""/>
          <p:cNvCxnSpPr/>
          <p:nvPr/>
        </p:nvCxnSpPr>
        <p:spPr bwMode="auto">
          <a:xfrm flipH="0" flipV="0">
            <a:off x="5486400" y="5257800"/>
            <a:ext cx="1219200"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51511949" name="ltm_revenue"/>
          <p:cNvSpPr txBox="1"/>
          <p:nvPr/>
        </p:nvSpPr>
        <p:spPr bwMode="auto">
          <a:xfrm rot="0" flipH="0" flipV="0">
            <a:off x="5486400" y="4648200"/>
            <a:ext cx="1219200"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1"/>
                </a:solidFill>
                <a:latin typeface="Liberation Sans"/>
                <a:ea typeface="Liberation Sans"/>
                <a:cs typeface="Liberation Sans"/>
              </a:rPr>
              <a:t>XX.XB</a:t>
            </a:r>
            <a:endParaRPr sz="2400" b="1">
              <a:solidFill>
                <a:schemeClr val="accent1"/>
              </a:solidFill>
              <a:latin typeface="Liberation Sans"/>
              <a:cs typeface="Liberation Sans"/>
            </a:endParaRPr>
          </a:p>
        </p:txBody>
      </p:sp>
      <p:sp>
        <p:nvSpPr>
          <p:cNvPr id="890579889" name=""/>
          <p:cNvSpPr txBox="1"/>
          <p:nvPr/>
        </p:nvSpPr>
        <p:spPr bwMode="auto">
          <a:xfrm rot="0" flipH="0" flipV="0">
            <a:off x="5486400" y="5257800"/>
            <a:ext cx="1219200" cy="6095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LTM Revenue</a:t>
            </a:r>
            <a:endParaRPr sz="1400" b="1">
              <a:solidFill>
                <a:schemeClr val="tx1"/>
              </a:solidFill>
              <a:latin typeface="Liberation Sans"/>
              <a:cs typeface="Liberation Sans"/>
            </a:endParaRPr>
          </a:p>
        </p:txBody>
      </p:sp>
      <p:cxnSp>
        <p:nvCxnSpPr>
          <p:cNvPr id="1955230199" name=""/>
          <p:cNvCxnSpPr/>
          <p:nvPr/>
        </p:nvCxnSpPr>
        <p:spPr bwMode="auto">
          <a:xfrm flipH="0" flipV="0">
            <a:off x="7111999" y="5257800"/>
            <a:ext cx="1219200"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16459994" name="revenue_growth"/>
          <p:cNvSpPr txBox="1"/>
          <p:nvPr/>
        </p:nvSpPr>
        <p:spPr bwMode="auto">
          <a:xfrm rot="0" flipH="0" flipV="0">
            <a:off x="7112000" y="4648200"/>
            <a:ext cx="1219200"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1"/>
                </a:solidFill>
                <a:latin typeface="Liberation Sans"/>
                <a:ea typeface="Liberation Sans"/>
                <a:cs typeface="Liberation Sans"/>
              </a:rPr>
              <a:t>XX.X%</a:t>
            </a:r>
            <a:endParaRPr sz="2400" b="1">
              <a:solidFill>
                <a:schemeClr val="accent1"/>
              </a:solidFill>
              <a:latin typeface="Liberation Sans"/>
              <a:cs typeface="Liberation Sans"/>
            </a:endParaRPr>
          </a:p>
        </p:txBody>
      </p:sp>
      <p:sp>
        <p:nvSpPr>
          <p:cNvPr id="777123096" name=""/>
          <p:cNvSpPr txBox="1"/>
          <p:nvPr/>
        </p:nvSpPr>
        <p:spPr bwMode="auto">
          <a:xfrm rot="0" flipH="0" flipV="0">
            <a:off x="7111999" y="5257800"/>
            <a:ext cx="1219200" cy="6095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Revenue growth</a:t>
            </a:r>
            <a:endParaRPr sz="1400" b="1">
              <a:solidFill>
                <a:schemeClr val="tx1"/>
              </a:solidFill>
              <a:latin typeface="Liberation Sans"/>
              <a:cs typeface="Liberation Sans"/>
            </a:endParaRPr>
          </a:p>
        </p:txBody>
      </p:sp>
      <p:cxnSp>
        <p:nvCxnSpPr>
          <p:cNvPr id="56281767" name=""/>
          <p:cNvCxnSpPr/>
          <p:nvPr/>
        </p:nvCxnSpPr>
        <p:spPr bwMode="auto">
          <a:xfrm flipH="0" flipV="0">
            <a:off x="8737599" y="5257800"/>
            <a:ext cx="1219200"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81012860" name="ltm_ebitda"/>
          <p:cNvSpPr txBox="1"/>
          <p:nvPr/>
        </p:nvSpPr>
        <p:spPr bwMode="auto">
          <a:xfrm rot="0" flipH="0" flipV="0">
            <a:off x="8737600" y="4648200"/>
            <a:ext cx="1219200"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1"/>
                </a:solidFill>
                <a:latin typeface="Liberation Sans"/>
                <a:ea typeface="Liberation Sans"/>
                <a:cs typeface="Liberation Sans"/>
              </a:rPr>
              <a:t>XX.XB</a:t>
            </a:r>
            <a:endParaRPr sz="2400" b="1">
              <a:solidFill>
                <a:schemeClr val="accent1"/>
              </a:solidFill>
              <a:latin typeface="Liberation Sans"/>
              <a:cs typeface="Liberation Sans"/>
            </a:endParaRPr>
          </a:p>
        </p:txBody>
      </p:sp>
      <p:sp>
        <p:nvSpPr>
          <p:cNvPr id="1743832040" name=""/>
          <p:cNvSpPr txBox="1"/>
          <p:nvPr/>
        </p:nvSpPr>
        <p:spPr bwMode="auto">
          <a:xfrm rot="0" flipH="0" flipV="0">
            <a:off x="8737599" y="5257800"/>
            <a:ext cx="1219200" cy="6095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LTM EBITDA</a:t>
            </a:r>
            <a:endParaRPr sz="1400" b="1">
              <a:solidFill>
                <a:schemeClr val="tx1"/>
              </a:solidFill>
              <a:latin typeface="Liberation Sans"/>
              <a:cs typeface="Liberation Sans"/>
            </a:endParaRPr>
          </a:p>
        </p:txBody>
      </p:sp>
      <p:cxnSp>
        <p:nvCxnSpPr>
          <p:cNvPr id="1647538847" name=""/>
          <p:cNvCxnSpPr/>
          <p:nvPr/>
        </p:nvCxnSpPr>
        <p:spPr bwMode="auto">
          <a:xfrm flipH="0" flipV="0">
            <a:off x="10363197" y="5257800"/>
            <a:ext cx="1219200"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70703425" name="ebitda_margin"/>
          <p:cNvSpPr txBox="1"/>
          <p:nvPr/>
        </p:nvSpPr>
        <p:spPr bwMode="auto">
          <a:xfrm rot="0" flipH="0" flipV="0">
            <a:off x="10363198" y="4648200"/>
            <a:ext cx="1219200"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1"/>
                </a:solidFill>
                <a:latin typeface="Liberation Sans"/>
                <a:ea typeface="Liberation Sans"/>
                <a:cs typeface="Liberation Sans"/>
              </a:rPr>
              <a:t>XX.X%</a:t>
            </a:r>
            <a:endParaRPr sz="2400" b="1">
              <a:solidFill>
                <a:schemeClr val="accent1"/>
              </a:solidFill>
              <a:latin typeface="Liberation Sans"/>
              <a:cs typeface="Liberation Sans"/>
            </a:endParaRPr>
          </a:p>
        </p:txBody>
      </p:sp>
      <p:sp>
        <p:nvSpPr>
          <p:cNvPr id="193611717" name=""/>
          <p:cNvSpPr txBox="1"/>
          <p:nvPr/>
        </p:nvSpPr>
        <p:spPr bwMode="auto">
          <a:xfrm rot="0" flipH="0" flipV="0">
            <a:off x="10363197" y="5257800"/>
            <a:ext cx="1219200" cy="6095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EBITDA margin</a:t>
            </a:r>
            <a:endParaRPr sz="1400" b="1">
              <a:solidFill>
                <a:schemeClr val="tx1"/>
              </a:solidFill>
              <a:latin typeface="Liberation Sans"/>
              <a:cs typeface="Liberation Sans"/>
            </a:endParaRPr>
          </a:p>
        </p:txBody>
      </p:sp>
      <p:sp>
        <p:nvSpPr>
          <p:cNvPr id="1524460156" name=""/>
          <p:cNvSpPr txBox="1"/>
          <p:nvPr/>
        </p:nvSpPr>
        <p:spPr bwMode="auto">
          <a:xfrm rot="0" flipH="0" flipV="0">
            <a:off x="5283198" y="3835399"/>
            <a:ext cx="6502398" cy="406397"/>
          </a:xfrm>
          <a:prstGeom prst="rect">
            <a:avLst/>
          </a:prstGeom>
          <a:gradFill>
            <a:gsLst>
              <a:gs pos="0">
                <a:schemeClr val="tx1"/>
              </a:gs>
              <a:gs pos="100000">
                <a:schemeClr val="tx1">
                  <a:lumMod val="65000"/>
                  <a:lumOff val="35000"/>
                </a:schemeClr>
              </a:gs>
            </a:gsLst>
            <a:lin ang="2700000" scaled="1"/>
          </a:gradFill>
          <a:ln w="12700">
            <a:solidFill>
              <a:schemeClr val="tx1"/>
            </a:solidFill>
            <a:prstDash val="solid"/>
          </a:ln>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bg2"/>
                </a:solidFill>
                <a:latin typeface="Liberation Sans"/>
                <a:ea typeface="Liberation Sans"/>
                <a:cs typeface="Liberation Sans"/>
              </a:rPr>
              <a:t>Latest financials</a:t>
            </a:r>
            <a:endParaRPr b="1">
              <a:solidFill>
                <a:schemeClr val="bg2"/>
              </a:solidFill>
              <a:latin typeface="Liberation Sans"/>
              <a:cs typeface="Liberation Sans"/>
            </a:endParaRPr>
          </a:p>
        </p:txBody>
      </p:sp>
      <p:cxnSp>
        <p:nvCxnSpPr>
          <p:cNvPr id="985671139" name=""/>
          <p:cNvCxnSpPr/>
          <p:nvPr/>
        </p:nvCxnSpPr>
        <p:spPr bwMode="auto">
          <a:xfrm rot="0" flipH="0" flipV="0">
            <a:off x="2235196" y="2425534"/>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512490457" name=""/>
          <p:cNvCxnSpPr/>
          <p:nvPr/>
        </p:nvCxnSpPr>
        <p:spPr bwMode="auto">
          <a:xfrm rot="0" flipH="0" flipV="0">
            <a:off x="609597" y="2425892"/>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94706145" name=""/>
          <p:cNvCxnSpPr/>
          <p:nvPr/>
        </p:nvCxnSpPr>
        <p:spPr bwMode="auto">
          <a:xfrm rot="0" flipH="0" flipV="0">
            <a:off x="2235196" y="2857358"/>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459992479" name=""/>
          <p:cNvCxnSpPr/>
          <p:nvPr/>
        </p:nvCxnSpPr>
        <p:spPr bwMode="auto">
          <a:xfrm rot="0" flipH="0" flipV="0">
            <a:off x="609597" y="2857718"/>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4408427" name=""/>
          <p:cNvCxnSpPr/>
          <p:nvPr/>
        </p:nvCxnSpPr>
        <p:spPr bwMode="auto">
          <a:xfrm rot="0" flipH="0" flipV="0">
            <a:off x="2235196" y="3289184"/>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77614578" name=""/>
          <p:cNvCxnSpPr/>
          <p:nvPr/>
        </p:nvCxnSpPr>
        <p:spPr bwMode="auto">
          <a:xfrm rot="0" flipH="0" flipV="0">
            <a:off x="609597" y="3289477"/>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69510001" name=""/>
          <p:cNvCxnSpPr/>
          <p:nvPr/>
        </p:nvCxnSpPr>
        <p:spPr bwMode="auto">
          <a:xfrm rot="0" flipH="0" flipV="0">
            <a:off x="2235196" y="3720980"/>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716548198" name=""/>
          <p:cNvCxnSpPr/>
          <p:nvPr/>
        </p:nvCxnSpPr>
        <p:spPr bwMode="auto">
          <a:xfrm rot="0" flipH="0" flipV="0">
            <a:off x="609597" y="3721276"/>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123687100" name=""/>
          <p:cNvCxnSpPr/>
          <p:nvPr/>
        </p:nvCxnSpPr>
        <p:spPr bwMode="auto">
          <a:xfrm rot="0" flipH="0" flipV="0">
            <a:off x="2235196" y="4152741"/>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63674800" name=""/>
          <p:cNvCxnSpPr/>
          <p:nvPr/>
        </p:nvCxnSpPr>
        <p:spPr bwMode="auto">
          <a:xfrm rot="0" flipH="0" flipV="0">
            <a:off x="609597" y="4153035"/>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020695890" name=""/>
          <p:cNvCxnSpPr/>
          <p:nvPr/>
        </p:nvCxnSpPr>
        <p:spPr bwMode="auto">
          <a:xfrm rot="0" flipH="0" flipV="0">
            <a:off x="2235196" y="4584542"/>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28484942" name=""/>
          <p:cNvCxnSpPr/>
          <p:nvPr/>
        </p:nvCxnSpPr>
        <p:spPr bwMode="auto">
          <a:xfrm rot="0" flipH="0" flipV="0">
            <a:off x="609597" y="4584838"/>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163883319" name=""/>
          <p:cNvCxnSpPr/>
          <p:nvPr/>
        </p:nvCxnSpPr>
        <p:spPr bwMode="auto">
          <a:xfrm rot="0" flipH="0" flipV="0">
            <a:off x="2235196" y="5016303"/>
            <a:ext cx="26416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802623118" name=""/>
          <p:cNvCxnSpPr/>
          <p:nvPr/>
        </p:nvCxnSpPr>
        <p:spPr bwMode="auto">
          <a:xfrm rot="0" flipH="0" flipV="0">
            <a:off x="609597" y="5016597"/>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715591264" name=""/>
          <p:cNvCxnSpPr/>
          <p:nvPr/>
        </p:nvCxnSpPr>
        <p:spPr bwMode="auto">
          <a:xfrm rot="0" flipH="0" flipV="0">
            <a:off x="609597" y="5448465"/>
            <a:ext cx="1219199"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081689420" name=""/>
          <p:cNvCxnSpPr/>
          <p:nvPr/>
        </p:nvCxnSpPr>
        <p:spPr bwMode="auto">
          <a:xfrm rot="0" flipH="0" flipV="0">
            <a:off x="2235197" y="5448064"/>
            <a:ext cx="2641604"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86085382" name="Footer Placeholder 4"/>
          <p:cNvSpPr>
            <a:spLocks noGrp="1"/>
          </p:cNvSpPr>
          <p:nvPr>
            <p:ph type="ftr" sz="quarter" idx="3"/>
          </p:nvPr>
        </p:nvSpPr>
        <p:spPr bwMode="auto">
          <a:prstGeom prst="rect">
            <a:avLst/>
          </a:prstGeom>
        </p:spPr>
        <p:txBody>
          <a:bodyPr/>
          <a:lstStyle/>
          <a:p>
            <a:pPr>
              <a:defRPr/>
            </a:pPr>
            <a:r>
              <a:rPr lang="it-IT">
                <a:latin typeface="Liberation Sans"/>
                <a:ea typeface="Liberation Sans"/>
                <a:cs typeface="Liberation Sans"/>
              </a:rPr>
              <a:t>Note: All figures expressed in USD</a:t>
            </a:r>
            <a:endParaRPr>
              <a:latin typeface="Liberation Sans"/>
              <a:cs typeface="Liberation Sans"/>
            </a:endParaRPr>
          </a:p>
          <a:p>
            <a:pPr>
              <a:defRPr/>
            </a:pPr>
            <a:r>
              <a:rPr>
                <a:latin typeface="Liberation Sans"/>
                <a:ea typeface="Liberation Sans"/>
                <a:cs typeface="Liberation Sans"/>
              </a:rPr>
              <a:t>Source</a:t>
            </a:r>
            <a:r>
              <a:rPr lang="it-IT">
                <a:latin typeface="Liberation Sans"/>
                <a:ea typeface="Liberation Sans"/>
                <a:cs typeface="Liberation Sans"/>
              </a:rPr>
              <a:t>: Yahoo Finance</a:t>
            </a:r>
            <a:endParaRPr>
              <a:latin typeface="Liberation Sans"/>
              <a:cs typeface="Liberation Sans"/>
            </a:endParaRPr>
          </a:p>
        </p:txBody>
      </p:sp>
      <p:sp>
        <p:nvSpPr>
          <p:cNvPr id="1001666950" name="Rectangle 155402662"/>
          <p:cNvSpPr txBox="1"/>
          <p:nvPr/>
        </p:nvSpPr>
        <p:spPr bwMode="auto">
          <a:xfrm rot="0" flipH="0" flipV="0">
            <a:off x="3454398" y="6273801"/>
            <a:ext cx="1219199" cy="406399"/>
          </a:xfrm>
          <a:prstGeom prst="rect">
            <a:avLst/>
          </a:prstGeom>
          <a:noFill/>
        </p:spPr>
        <p:txBody>
          <a:bodyPr vertOverflow="overflow" horzOverflow="overflow" vert="horz" wrap="square" lIns="45720" tIns="45720" rIns="45720" bIns="45720" numCol="1" spcCol="0" rtlCol="0" fromWordArt="0" anchor="b" anchorCtr="0" forceAA="0" upright="0" compatLnSpc="0">
            <a:noAutofit/>
          </a:bodyPr>
          <a:p>
            <a:pPr algn="l">
              <a:defRPr/>
            </a:pPr>
            <a:r>
              <a:rPr lang="it-IT" sz="1400" b="0">
                <a:solidFill>
                  <a:schemeClr val="tx1"/>
                </a:solidFill>
                <a:latin typeface="Liberation Sans"/>
                <a:ea typeface="Liberation Sans"/>
                <a:cs typeface="Liberation Sans"/>
              </a:rPr>
              <a:t>Close </a:t>
            </a:r>
            <a:r>
              <a:rPr lang="it-IT" sz="1400" b="0">
                <a:solidFill>
                  <a:schemeClr val="tx1"/>
                </a:solidFill>
                <a:latin typeface="Liberation Sans"/>
                <a:ea typeface="Liberation Sans"/>
                <a:cs typeface="Liberation Sans"/>
              </a:rPr>
              <a:t>price</a:t>
            </a:r>
            <a:endParaRPr sz="1400" b="0">
              <a:solidFill>
                <a:schemeClr val="tx1"/>
              </a:solidFill>
              <a:latin typeface="Liberation Sans"/>
              <a:cs typeface="Liberation Sans"/>
            </a:endParaRPr>
          </a:p>
        </p:txBody>
      </p:sp>
      <p:sp>
        <p:nvSpPr>
          <p:cNvPr id="1289769386" name="Rectangle 155402662"/>
          <p:cNvSpPr txBox="1"/>
          <p:nvPr/>
        </p:nvSpPr>
        <p:spPr bwMode="auto">
          <a:xfrm rot="0" flipH="0" flipV="0">
            <a:off x="4876799" y="6273798"/>
            <a:ext cx="1219199" cy="406399"/>
          </a:xfrm>
          <a:prstGeom prst="rect">
            <a:avLst/>
          </a:prstGeom>
          <a:noFill/>
        </p:spPr>
        <p:txBody>
          <a:bodyPr vertOverflow="overflow" horzOverflow="overflow" vert="horz" wrap="square" lIns="45720" tIns="45720" rIns="45720" bIns="45720" numCol="1" spcCol="0" rtlCol="0" fromWordArt="0" anchor="b" anchorCtr="0" forceAA="0" upright="0" compatLnSpc="0">
            <a:noAutofit/>
          </a:bodyPr>
          <a:p>
            <a:pPr algn="l">
              <a:defRPr/>
            </a:pPr>
            <a:r>
              <a:rPr lang="it-IT" sz="1400" b="0">
                <a:solidFill>
                  <a:schemeClr val="tx1"/>
                </a:solidFill>
                <a:latin typeface="Liberation Sans"/>
                <a:ea typeface="Liberation Sans"/>
                <a:cs typeface="Liberation Sans"/>
              </a:rPr>
              <a:t>Mean price</a:t>
            </a:r>
            <a:endParaRPr sz="1400" b="0">
              <a:solidFill>
                <a:schemeClr val="tx1"/>
              </a:solidFill>
              <a:latin typeface="Liberation Sans"/>
              <a:cs typeface="Liberation Sans"/>
            </a:endParaRPr>
          </a:p>
        </p:txBody>
      </p:sp>
      <p:sp>
        <p:nvSpPr>
          <p:cNvPr id="751633514" name="Rectangle 155402662"/>
          <p:cNvSpPr txBox="1"/>
          <p:nvPr/>
        </p:nvSpPr>
        <p:spPr bwMode="auto">
          <a:xfrm rot="0" flipH="0" flipV="0">
            <a:off x="6299198" y="6273798"/>
            <a:ext cx="2031997" cy="406399"/>
          </a:xfrm>
          <a:prstGeom prst="rect">
            <a:avLst/>
          </a:prstGeom>
          <a:noFill/>
        </p:spPr>
        <p:txBody>
          <a:bodyPr vertOverflow="overflow" horzOverflow="overflow" vert="horz" wrap="square" lIns="45720" tIns="45720" rIns="45720" bIns="45720" numCol="1" spcCol="0" rtlCol="0" fromWordArt="0" anchor="b" anchorCtr="0" forceAA="0" upright="0" compatLnSpc="0">
            <a:noAutofit/>
          </a:bodyPr>
          <a:p>
            <a:pPr algn="l">
              <a:defRPr/>
            </a:pPr>
            <a:r>
              <a:rPr lang="it-IT" sz="1400" b="0">
                <a:solidFill>
                  <a:schemeClr val="tx1"/>
                </a:solidFill>
                <a:latin typeface="Liberation Sans"/>
                <a:ea typeface="Liberation Sans"/>
                <a:cs typeface="Liberation Sans"/>
              </a:rPr>
              <a:t>Analyst expectation</a:t>
            </a:r>
            <a:endParaRPr sz="1400" b="0">
              <a:solidFill>
                <a:schemeClr val="tx1"/>
              </a:solidFill>
              <a:latin typeface="Liberation Sans"/>
              <a:cs typeface="Liberation Sans"/>
            </a:endParaRPr>
          </a:p>
        </p:txBody>
      </p:sp>
      <p:sp>
        <p:nvSpPr>
          <p:cNvPr id="1386481085" name=""/>
          <p:cNvSpPr/>
          <p:nvPr/>
        </p:nvSpPr>
        <p:spPr bwMode="auto">
          <a:xfrm rot="0" flipH="0" flipV="0">
            <a:off x="406399" y="1803399"/>
            <a:ext cx="7924793" cy="4267199"/>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Liberation Sans"/>
              <a:cs typeface="Liberation Sans"/>
            </a:endParaRPr>
          </a:p>
        </p:txBody>
      </p:sp>
      <p:sp>
        <p:nvSpPr>
          <p:cNvPr id="1373598045" name=""/>
          <p:cNvSpPr/>
          <p:nvPr/>
        </p:nvSpPr>
        <p:spPr bwMode="auto">
          <a:xfrm rot="0" flipH="0" flipV="0">
            <a:off x="10159997" y="1803399"/>
            <a:ext cx="1625598" cy="4267199"/>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Liberation Sans"/>
              <a:cs typeface="Liberation Sans"/>
            </a:endParaRPr>
          </a:p>
        </p:txBody>
      </p:sp>
      <p:sp>
        <p:nvSpPr>
          <p:cNvPr id="859449695" name="Title 1"/>
          <p:cNvSpPr>
            <a:spLocks noGrp="1"/>
          </p:cNvSpPr>
          <p:nvPr>
            <p:ph type="title"/>
          </p:nvPr>
        </p:nvSpPr>
        <p:spPr bwMode="auto"/>
        <p:txBody>
          <a:bodyPr/>
          <a:lstStyle/>
          <a:p>
            <a:pPr>
              <a:defRPr/>
            </a:pPr>
            <a:r>
              <a:rPr lang="it-IT" sz="2400" b="1" i="0" u="none" strike="noStrike" cap="none" spc="0">
                <a:solidFill>
                  <a:schemeClr val="accent1"/>
                </a:solidFill>
                <a:latin typeface="Arial"/>
                <a:ea typeface="Arial"/>
                <a:cs typeface="Arial"/>
              </a:rPr>
              <a:t>{company_name}</a:t>
            </a:r>
            <a:r>
              <a:rPr lang="it-IT" sz="2400" b="1" i="0" u="none" strike="noStrike" cap="none" spc="0">
                <a:solidFill>
                  <a:schemeClr val="tx2"/>
                </a:solidFill>
                <a:latin typeface="Arial"/>
                <a:ea typeface="Arial"/>
                <a:cs typeface="Arial"/>
              </a:rPr>
              <a:t> </a:t>
            </a:r>
            <a:r>
              <a:rPr lang="it-IT">
                <a:solidFill>
                  <a:schemeClr val="tx1"/>
                </a:solidFill>
              </a:rPr>
              <a:t>| Historical trading price</a:t>
            </a:r>
            <a:endParaRPr>
              <a:solidFill>
                <a:schemeClr val="tx1"/>
              </a:solidFill>
            </a:endParaRPr>
          </a:p>
        </p:txBody>
      </p:sp>
      <p:sp>
        <p:nvSpPr>
          <p:cNvPr id="1294091885" name="Slide Number Placeholder 5"/>
          <p:cNvSpPr>
            <a:spLocks noGrp="1"/>
          </p:cNvSpPr>
          <p:nvPr>
            <p:ph type="sldNum" sz="quarter" idx="4"/>
          </p:nvPr>
        </p:nvSpPr>
        <p:spPr bwMode="auto">
          <a:prstGeom prst="rect">
            <a:avLst/>
          </a:prstGeom>
        </p:spPr>
        <p:txBody>
          <a:bodyPr/>
          <a:lstStyle/>
          <a:p>
            <a:pPr>
              <a:defRPr/>
            </a:pPr>
            <a:fld id="{60174F69-8CA3-599D-BB30-EC0F6EAAB2E2}" type="slidenum">
              <a:rPr lang="en-US">
                <a:latin typeface="Liberation Sans"/>
                <a:ea typeface="Liberation Sans"/>
                <a:cs typeface="Liberation Sans"/>
              </a:rPr>
              <a:t>2</a:t>
            </a:fld>
            <a:endParaRPr>
              <a:latin typeface="Liberation Sans"/>
              <a:cs typeface="Liberation Sans"/>
            </a:endParaRPr>
          </a:p>
        </p:txBody>
      </p:sp>
      <p:cxnSp>
        <p:nvCxnSpPr>
          <p:cNvPr id="1448612746" name=""/>
          <p:cNvCxnSpPr/>
          <p:nvPr/>
        </p:nvCxnSpPr>
        <p:spPr bwMode="auto">
          <a:xfrm flipH="0" flipV="0">
            <a:off x="406398" y="1600521"/>
            <a:ext cx="7924795"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7983894" name=""/>
          <p:cNvCxnSpPr/>
          <p:nvPr/>
        </p:nvCxnSpPr>
        <p:spPr bwMode="auto">
          <a:xfrm flipH="0" flipV="0">
            <a:off x="8534398" y="1600200"/>
            <a:ext cx="3251197" cy="321"/>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140649906" name=""/>
          <p:cNvSpPr txBox="1"/>
          <p:nvPr/>
        </p:nvSpPr>
        <p:spPr bwMode="auto">
          <a:xfrm rot="0" flipH="0" flipV="0">
            <a:off x="406399" y="1193799"/>
            <a:ext cx="7924793"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1"/>
                </a:solidFill>
                <a:latin typeface="Liberation Sans"/>
                <a:ea typeface="Liberation Sans"/>
                <a:cs typeface="Liberation Sans"/>
              </a:rPr>
              <a:t>Last 6 months trading price</a:t>
            </a:r>
            <a:endParaRPr b="1">
              <a:solidFill>
                <a:schemeClr val="tx1"/>
              </a:solidFill>
              <a:latin typeface="Liberation Sans"/>
              <a:cs typeface="Liberation Sans"/>
            </a:endParaRPr>
          </a:p>
        </p:txBody>
      </p:sp>
      <p:sp>
        <p:nvSpPr>
          <p:cNvPr id="336136614" name=""/>
          <p:cNvSpPr txBox="1"/>
          <p:nvPr/>
        </p:nvSpPr>
        <p:spPr bwMode="auto">
          <a:xfrm rot="0" flipH="0" flipV="0">
            <a:off x="8534403" y="1193799"/>
            <a:ext cx="3251197"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b="1">
                <a:solidFill>
                  <a:schemeClr val="tx1"/>
                </a:solidFill>
                <a:latin typeface="Liberation Sans"/>
                <a:ea typeface="Liberation Sans"/>
                <a:cs typeface="Liberation Sans"/>
              </a:rPr>
              <a:t>Price statistics</a:t>
            </a:r>
            <a:endParaRPr b="1">
              <a:solidFill>
                <a:schemeClr val="tx1"/>
              </a:solidFill>
              <a:latin typeface="Liberation Sans"/>
              <a:cs typeface="Liberation Sans"/>
            </a:endParaRPr>
          </a:p>
        </p:txBody>
      </p:sp>
      <p:sp>
        <p:nvSpPr>
          <p:cNvPr id="1711248219" name=""/>
          <p:cNvSpPr/>
          <p:nvPr/>
        </p:nvSpPr>
        <p:spPr bwMode="auto">
          <a:xfrm rot="0" flipH="0" flipV="0">
            <a:off x="8534397" y="1803399"/>
            <a:ext cx="1625598" cy="4267199"/>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Liberation Sans"/>
              <a:cs typeface="Liberation Sans"/>
            </a:endParaRPr>
          </a:p>
        </p:txBody>
      </p:sp>
      <p:cxnSp>
        <p:nvCxnSpPr>
          <p:cNvPr id="2095260705" name=""/>
          <p:cNvCxnSpPr/>
          <p:nvPr/>
        </p:nvCxnSpPr>
        <p:spPr bwMode="auto">
          <a:xfrm flipH="0" flipV="0">
            <a:off x="10363195" y="3835107"/>
            <a:ext cx="1219198" cy="293"/>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661281601" name=""/>
          <p:cNvCxnSpPr/>
          <p:nvPr/>
        </p:nvCxnSpPr>
        <p:spPr bwMode="auto">
          <a:xfrm flipH="0" flipV="0">
            <a:off x="10363195" y="4241504"/>
            <a:ext cx="1219198" cy="293"/>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475645914" name=""/>
          <p:cNvCxnSpPr/>
          <p:nvPr/>
        </p:nvCxnSpPr>
        <p:spPr bwMode="auto">
          <a:xfrm flipH="0" flipV="0">
            <a:off x="10363195" y="4647906"/>
            <a:ext cx="1219198" cy="293"/>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442792224" name=""/>
          <p:cNvCxnSpPr/>
          <p:nvPr/>
        </p:nvCxnSpPr>
        <p:spPr bwMode="auto">
          <a:xfrm flipH="0" flipV="0">
            <a:off x="10363195" y="5054305"/>
            <a:ext cx="1219198" cy="293"/>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800085064" name=""/>
          <p:cNvCxnSpPr/>
          <p:nvPr/>
        </p:nvCxnSpPr>
        <p:spPr bwMode="auto">
          <a:xfrm flipH="0" flipV="0">
            <a:off x="10363195" y="5460707"/>
            <a:ext cx="1219198" cy="293"/>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23665145" name="mean_price"/>
          <p:cNvSpPr txBox="1"/>
          <p:nvPr/>
        </p:nvSpPr>
        <p:spPr bwMode="auto">
          <a:xfrm rot="0" flipH="0" flipV="0">
            <a:off x="10159998" y="2819400"/>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600" b="1">
                <a:solidFill>
                  <a:schemeClr val="accent3"/>
                </a:solidFill>
                <a:latin typeface="Liberation Sans"/>
                <a:ea typeface="Liberation Sans"/>
                <a:cs typeface="Liberation Sans"/>
              </a:rPr>
              <a:t>XXX</a:t>
            </a:r>
            <a:endParaRPr sz="1600" b="1">
              <a:solidFill>
                <a:schemeClr val="accent3"/>
              </a:solidFill>
              <a:latin typeface="Liberation Sans"/>
              <a:cs typeface="Liberation Sans"/>
            </a:endParaRPr>
          </a:p>
        </p:txBody>
      </p:sp>
      <p:sp>
        <p:nvSpPr>
          <p:cNvPr id="1601393755" name="max_price"/>
          <p:cNvSpPr txBox="1"/>
          <p:nvPr/>
        </p:nvSpPr>
        <p:spPr bwMode="auto">
          <a:xfrm rot="0" flipH="0" flipV="0">
            <a:off x="10159998" y="3428705"/>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XXX</a:t>
            </a:r>
            <a:endParaRPr sz="1400" b="0">
              <a:solidFill>
                <a:schemeClr val="tx1"/>
              </a:solidFill>
              <a:latin typeface="Liberation Sans"/>
              <a:cs typeface="Liberation Sans"/>
            </a:endParaRPr>
          </a:p>
        </p:txBody>
      </p:sp>
      <p:sp>
        <p:nvSpPr>
          <p:cNvPr id="1845117738" name="50p_price"/>
          <p:cNvSpPr txBox="1"/>
          <p:nvPr/>
        </p:nvSpPr>
        <p:spPr bwMode="auto">
          <a:xfrm rot="0" flipH="0" flipV="0">
            <a:off x="10159998" y="4241504"/>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XXX</a:t>
            </a:r>
            <a:endParaRPr sz="1400" b="1">
              <a:solidFill>
                <a:schemeClr val="tx1"/>
              </a:solidFill>
              <a:latin typeface="Liberation Sans"/>
              <a:cs typeface="Liberation Sans"/>
            </a:endParaRPr>
          </a:p>
        </p:txBody>
      </p:sp>
      <p:sp>
        <p:nvSpPr>
          <p:cNvPr id="1740953749" name="25p_price"/>
          <p:cNvSpPr txBox="1"/>
          <p:nvPr/>
        </p:nvSpPr>
        <p:spPr bwMode="auto">
          <a:xfrm rot="0" flipH="0" flipV="0">
            <a:off x="10159998" y="4647903"/>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XXX</a:t>
            </a:r>
            <a:endParaRPr sz="1400" b="0">
              <a:solidFill>
                <a:schemeClr val="tx1"/>
              </a:solidFill>
              <a:latin typeface="Liberation Sans"/>
              <a:cs typeface="Liberation Sans"/>
            </a:endParaRPr>
          </a:p>
        </p:txBody>
      </p:sp>
      <p:sp>
        <p:nvSpPr>
          <p:cNvPr id="137315719" name="min_price"/>
          <p:cNvSpPr txBox="1"/>
          <p:nvPr/>
        </p:nvSpPr>
        <p:spPr bwMode="auto">
          <a:xfrm rot="0" flipH="0" flipV="0">
            <a:off x="10159998" y="5054303"/>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XXX</a:t>
            </a:r>
            <a:endParaRPr sz="1400" b="0">
              <a:solidFill>
                <a:schemeClr val="tx1"/>
              </a:solidFill>
              <a:latin typeface="Liberation Sans"/>
              <a:cs typeface="Liberation Sans"/>
            </a:endParaRPr>
          </a:p>
        </p:txBody>
      </p:sp>
      <p:sp>
        <p:nvSpPr>
          <p:cNvPr id="2004199795" name="std_price"/>
          <p:cNvSpPr txBox="1"/>
          <p:nvPr/>
        </p:nvSpPr>
        <p:spPr bwMode="auto">
          <a:xfrm rot="0" flipH="0" flipV="0">
            <a:off x="10159998" y="5461000"/>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1059496387" name="75p_price"/>
          <p:cNvSpPr txBox="1"/>
          <p:nvPr/>
        </p:nvSpPr>
        <p:spPr bwMode="auto">
          <a:xfrm rot="0" flipH="0" flipV="0">
            <a:off x="10159998" y="3835103"/>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XXX</a:t>
            </a:r>
            <a:endParaRPr sz="1400" b="0">
              <a:solidFill>
                <a:schemeClr val="tx1"/>
              </a:solidFill>
              <a:latin typeface="Liberation Sans"/>
              <a:cs typeface="Liberation Sans"/>
            </a:endParaRPr>
          </a:p>
        </p:txBody>
      </p:sp>
      <p:cxnSp>
        <p:nvCxnSpPr>
          <p:cNvPr id="1178788056" name=""/>
          <p:cNvCxnSpPr/>
          <p:nvPr/>
        </p:nvCxnSpPr>
        <p:spPr bwMode="auto">
          <a:xfrm flipH="0" flipV="0">
            <a:off x="10363195" y="3428640"/>
            <a:ext cx="1219198"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847120995" name=""/>
          <p:cNvCxnSpPr/>
          <p:nvPr/>
        </p:nvCxnSpPr>
        <p:spPr bwMode="auto">
          <a:xfrm flipH="0" flipV="0">
            <a:off x="10363195" y="2412999"/>
            <a:ext cx="1219198"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49006489" name="current_price"/>
          <p:cNvSpPr txBox="1"/>
          <p:nvPr/>
        </p:nvSpPr>
        <p:spPr bwMode="auto">
          <a:xfrm rot="0" flipH="0" flipV="0">
            <a:off x="10159998" y="2006599"/>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600" b="1">
                <a:solidFill>
                  <a:schemeClr val="tx1"/>
                </a:solidFill>
                <a:latin typeface="Liberation Sans"/>
                <a:ea typeface="Liberation Sans"/>
                <a:cs typeface="Liberation Sans"/>
              </a:rPr>
              <a:t>XXX</a:t>
            </a:r>
            <a:endParaRPr sz="1600" b="1">
              <a:solidFill>
                <a:schemeClr val="tx1"/>
              </a:solidFill>
              <a:latin typeface="Liberation Sans"/>
              <a:cs typeface="Liberation Sans"/>
            </a:endParaRPr>
          </a:p>
        </p:txBody>
      </p:sp>
      <p:cxnSp>
        <p:nvCxnSpPr>
          <p:cNvPr id="2097460541" name=""/>
          <p:cNvCxnSpPr/>
          <p:nvPr/>
        </p:nvCxnSpPr>
        <p:spPr bwMode="auto">
          <a:xfrm rot="0" flipH="0" flipV="0">
            <a:off x="8737596" y="3428818"/>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79386539" name=""/>
          <p:cNvSpPr txBox="1"/>
          <p:nvPr/>
        </p:nvSpPr>
        <p:spPr bwMode="auto">
          <a:xfrm rot="0" flipH="0" flipV="0">
            <a:off x="8534396" y="2819399"/>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Mean</a:t>
            </a:r>
            <a:endParaRPr sz="1400" b="1">
              <a:solidFill>
                <a:schemeClr val="bg1"/>
              </a:solidFill>
              <a:latin typeface="Liberation Sans"/>
              <a:cs typeface="Liberation Sans"/>
            </a:endParaRPr>
          </a:p>
        </p:txBody>
      </p:sp>
      <p:sp>
        <p:nvSpPr>
          <p:cNvPr id="1256153236" name=""/>
          <p:cNvSpPr txBox="1"/>
          <p:nvPr/>
        </p:nvSpPr>
        <p:spPr bwMode="auto">
          <a:xfrm rot="0" flipH="0" flipV="0">
            <a:off x="8534396" y="3428705"/>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Max</a:t>
            </a:r>
            <a:endParaRPr sz="1400" b="1">
              <a:solidFill>
                <a:schemeClr val="bg1"/>
              </a:solidFill>
              <a:latin typeface="Liberation Sans"/>
              <a:cs typeface="Liberation Sans"/>
            </a:endParaRPr>
          </a:p>
        </p:txBody>
      </p:sp>
      <p:sp>
        <p:nvSpPr>
          <p:cNvPr id="1716858685" name=""/>
          <p:cNvSpPr txBox="1"/>
          <p:nvPr/>
        </p:nvSpPr>
        <p:spPr bwMode="auto">
          <a:xfrm rot="0" flipH="0" flipV="0">
            <a:off x="8534396" y="4241504"/>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50th</a:t>
            </a:r>
            <a:endParaRPr sz="1400" b="1">
              <a:solidFill>
                <a:schemeClr val="bg1"/>
              </a:solidFill>
              <a:latin typeface="Liberation Sans"/>
              <a:cs typeface="Liberation Sans"/>
            </a:endParaRPr>
          </a:p>
        </p:txBody>
      </p:sp>
      <p:sp>
        <p:nvSpPr>
          <p:cNvPr id="1481784956" name=""/>
          <p:cNvSpPr txBox="1"/>
          <p:nvPr/>
        </p:nvSpPr>
        <p:spPr bwMode="auto">
          <a:xfrm rot="0" flipH="0" flipV="0">
            <a:off x="8534396" y="4647904"/>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25th</a:t>
            </a:r>
            <a:endParaRPr sz="1400" b="1">
              <a:solidFill>
                <a:schemeClr val="bg1"/>
              </a:solidFill>
              <a:latin typeface="Liberation Sans"/>
              <a:cs typeface="Liberation Sans"/>
            </a:endParaRPr>
          </a:p>
        </p:txBody>
      </p:sp>
      <p:sp>
        <p:nvSpPr>
          <p:cNvPr id="1937444029" name=""/>
          <p:cNvSpPr txBox="1"/>
          <p:nvPr/>
        </p:nvSpPr>
        <p:spPr bwMode="auto">
          <a:xfrm rot="0" flipH="0" flipV="0">
            <a:off x="8534396" y="5054348"/>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Min</a:t>
            </a:r>
            <a:endParaRPr sz="1400" b="1">
              <a:solidFill>
                <a:schemeClr val="bg1"/>
              </a:solidFill>
              <a:latin typeface="Liberation Sans"/>
              <a:cs typeface="Liberation Sans"/>
            </a:endParaRPr>
          </a:p>
        </p:txBody>
      </p:sp>
      <p:sp>
        <p:nvSpPr>
          <p:cNvPr id="177430138" name=""/>
          <p:cNvSpPr txBox="1"/>
          <p:nvPr/>
        </p:nvSpPr>
        <p:spPr bwMode="auto">
          <a:xfrm rot="0" flipH="0" flipV="0">
            <a:off x="8534396" y="5461000"/>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Std Dev</a:t>
            </a:r>
            <a:endParaRPr sz="1400" b="1">
              <a:solidFill>
                <a:schemeClr val="bg1"/>
              </a:solidFill>
              <a:latin typeface="Liberation Sans"/>
              <a:cs typeface="Liberation Sans"/>
            </a:endParaRPr>
          </a:p>
        </p:txBody>
      </p:sp>
      <p:sp>
        <p:nvSpPr>
          <p:cNvPr id="1665710341" name=""/>
          <p:cNvSpPr txBox="1"/>
          <p:nvPr/>
        </p:nvSpPr>
        <p:spPr bwMode="auto">
          <a:xfrm rot="0" flipH="0" flipV="0">
            <a:off x="8534396" y="3835146"/>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75th</a:t>
            </a:r>
            <a:endParaRPr sz="1400" b="1">
              <a:solidFill>
                <a:schemeClr val="bg1"/>
              </a:solidFill>
              <a:latin typeface="Liberation Sans"/>
              <a:cs typeface="Liberation Sans"/>
            </a:endParaRPr>
          </a:p>
        </p:txBody>
      </p:sp>
      <p:cxnSp>
        <p:nvCxnSpPr>
          <p:cNvPr id="1287250037" name=""/>
          <p:cNvCxnSpPr/>
          <p:nvPr/>
        </p:nvCxnSpPr>
        <p:spPr bwMode="auto">
          <a:xfrm rot="0" flipH="0" flipV="0">
            <a:off x="8737596" y="3835398"/>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82423079" name=""/>
          <p:cNvCxnSpPr/>
          <p:nvPr/>
        </p:nvCxnSpPr>
        <p:spPr bwMode="auto">
          <a:xfrm rot="0" flipH="0" flipV="0">
            <a:off x="8737596" y="4241801"/>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27623632" name=""/>
          <p:cNvCxnSpPr/>
          <p:nvPr/>
        </p:nvCxnSpPr>
        <p:spPr bwMode="auto">
          <a:xfrm rot="0" flipH="0" flipV="0">
            <a:off x="8737596" y="4648199"/>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379605977" name=""/>
          <p:cNvCxnSpPr/>
          <p:nvPr/>
        </p:nvCxnSpPr>
        <p:spPr bwMode="auto">
          <a:xfrm rot="0" flipH="0" flipV="0">
            <a:off x="8737596" y="5054600"/>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441068192" name=""/>
          <p:cNvCxnSpPr/>
          <p:nvPr/>
        </p:nvCxnSpPr>
        <p:spPr bwMode="auto">
          <a:xfrm rot="0" flipH="0" flipV="0">
            <a:off x="8737596" y="5460999"/>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740680581" name=""/>
          <p:cNvCxnSpPr/>
          <p:nvPr/>
        </p:nvCxnSpPr>
        <p:spPr bwMode="auto">
          <a:xfrm rot="0" flipH="0" flipV="0">
            <a:off x="8737596" y="2413178"/>
            <a:ext cx="1161142"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93070000" name=""/>
          <p:cNvSpPr txBox="1"/>
          <p:nvPr/>
        </p:nvSpPr>
        <p:spPr bwMode="auto">
          <a:xfrm rot="0" flipH="0" flipV="0">
            <a:off x="8534396" y="2006601"/>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Current</a:t>
            </a:r>
            <a:endParaRPr sz="1400" b="1">
              <a:solidFill>
                <a:schemeClr val="bg1"/>
              </a:solidFill>
              <a:latin typeface="Liberation Sans"/>
              <a:cs typeface="Liberation Sans"/>
            </a:endParaRPr>
          </a:p>
        </p:txBody>
      </p:sp>
      <p:cxnSp>
        <p:nvCxnSpPr>
          <p:cNvPr id="1502187079" name=""/>
          <p:cNvCxnSpPr/>
          <p:nvPr/>
        </p:nvCxnSpPr>
        <p:spPr bwMode="auto">
          <a:xfrm flipH="0" flipV="0">
            <a:off x="10363195" y="2819399"/>
            <a:ext cx="1219197"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425828692" name=""/>
          <p:cNvCxnSpPr/>
          <p:nvPr/>
        </p:nvCxnSpPr>
        <p:spPr bwMode="auto">
          <a:xfrm rot="0" flipH="0" flipV="0">
            <a:off x="8737596" y="2819579"/>
            <a:ext cx="1161141"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01779174" name="analyst_expectation"/>
          <p:cNvSpPr txBox="1"/>
          <p:nvPr/>
        </p:nvSpPr>
        <p:spPr bwMode="auto">
          <a:xfrm rot="0" flipH="0" flipV="0">
            <a:off x="10159998" y="2413000"/>
            <a:ext cx="1625597"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600" b="1">
                <a:solidFill>
                  <a:schemeClr val="accent2"/>
                </a:solidFill>
                <a:latin typeface="Liberation Sans"/>
                <a:ea typeface="Liberation Sans"/>
                <a:cs typeface="Liberation Sans"/>
              </a:rPr>
              <a:t>XXX</a:t>
            </a:r>
            <a:endParaRPr sz="1600" b="1">
              <a:solidFill>
                <a:schemeClr val="accent2"/>
              </a:solidFill>
              <a:latin typeface="Liberation Sans"/>
              <a:cs typeface="Liberation Sans"/>
            </a:endParaRPr>
          </a:p>
        </p:txBody>
      </p:sp>
      <p:sp>
        <p:nvSpPr>
          <p:cNvPr id="488895543" name=""/>
          <p:cNvSpPr txBox="1"/>
          <p:nvPr/>
        </p:nvSpPr>
        <p:spPr bwMode="auto">
          <a:xfrm rot="0" flipH="0" flipV="0">
            <a:off x="8534396" y="2412999"/>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Expectation</a:t>
            </a:r>
            <a:endParaRPr sz="1400" b="1">
              <a:solidFill>
                <a:schemeClr val="bg1"/>
              </a:solidFill>
              <a:latin typeface="Liberation Sans"/>
              <a:cs typeface="Liberation Sans"/>
            </a:endParaRPr>
          </a:p>
        </p:txBody>
      </p:sp>
      <p:pic>
        <p:nvPicPr>
          <p:cNvPr id="1234850841" name="price_chart" descr="image.png"/>
          <p:cNvPicPr>
            <a:picLocks noChangeAspect="1"/>
          </p:cNvPicPr>
          <p:nvPr/>
        </p:nvPicPr>
        <p:blipFill rotWithShape="1">
          <a:blip r:embed="rId3"/>
          <a:stretch/>
        </p:blipFill>
        <p:spPr bwMode="auto">
          <a:xfrm rot="0" flipH="0" flipV="0">
            <a:off x="406398" y="1803399"/>
            <a:ext cx="7924795" cy="4267198"/>
          </a:xfrm>
          <a:prstGeom prst="rect">
            <a:avLst/>
          </a:prstGeom>
        </p:spPr>
      </p:pic>
      <p:sp>
        <p:nvSpPr>
          <p:cNvPr id="1215015060" name=""/>
          <p:cNvSpPr/>
          <p:nvPr/>
        </p:nvSpPr>
        <p:spPr bwMode="auto">
          <a:xfrm rot="0" flipH="0" flipV="0">
            <a:off x="3454398" y="6273799"/>
            <a:ext cx="406399" cy="101599"/>
          </a:xfrm>
          <a:prstGeom prst="rect">
            <a:avLst/>
          </a:prstGeom>
          <a:gradFill>
            <a:gsLst>
              <a:gs pos="0">
                <a:schemeClr val="accent1"/>
              </a:gs>
              <a:gs pos="100000">
                <a:schemeClr val="accent1">
                  <a:lumMod val="60000"/>
                  <a:lumOff val="40000"/>
                </a:schemeClr>
              </a:gs>
            </a:gsLst>
            <a:lin ang="27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Liberation Sans"/>
              <a:cs typeface="Liberation Sans"/>
            </a:endParaRPr>
          </a:p>
        </p:txBody>
      </p:sp>
      <p:sp>
        <p:nvSpPr>
          <p:cNvPr id="1722838419" name=""/>
          <p:cNvSpPr/>
          <p:nvPr/>
        </p:nvSpPr>
        <p:spPr bwMode="auto">
          <a:xfrm rot="0" flipH="0" flipV="0">
            <a:off x="6299198" y="6273798"/>
            <a:ext cx="406399" cy="101599"/>
          </a:xfrm>
          <a:prstGeom prst="rect">
            <a:avLst/>
          </a:prstGeom>
          <a:gradFill>
            <a:gsLst>
              <a:gs pos="0">
                <a:schemeClr val="accent2"/>
              </a:gs>
              <a:gs pos="100000">
                <a:schemeClr val="accent2">
                  <a:lumMod val="60000"/>
                  <a:lumOff val="40000"/>
                </a:schemeClr>
              </a:gs>
            </a:gsLst>
            <a:lin ang="27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Liberation Sans"/>
              <a:cs typeface="Liberation Sans"/>
            </a:endParaRPr>
          </a:p>
        </p:txBody>
      </p:sp>
      <p:sp>
        <p:nvSpPr>
          <p:cNvPr id="1038898655" name=""/>
          <p:cNvSpPr/>
          <p:nvPr/>
        </p:nvSpPr>
        <p:spPr bwMode="auto">
          <a:xfrm rot="0" flipH="0" flipV="0">
            <a:off x="4876799" y="6273798"/>
            <a:ext cx="406399" cy="101599"/>
          </a:xfrm>
          <a:prstGeom prst="rect">
            <a:avLst/>
          </a:prstGeom>
          <a:gradFill>
            <a:gsLst>
              <a:gs pos="0">
                <a:schemeClr val="accent3"/>
              </a:gs>
              <a:gs pos="100000">
                <a:schemeClr val="accent3">
                  <a:lumMod val="60000"/>
                  <a:lumOff val="40000"/>
                </a:schemeClr>
              </a:gs>
            </a:gsLst>
            <a:lin ang="27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latin typeface="Liberation Sans"/>
              <a:cs typeface="Liberation Sans"/>
            </a:endParaRPr>
          </a:p>
        </p:txBody>
      </p:sp>
      <p:cxnSp>
        <p:nvCxnSpPr>
          <p:cNvPr id="1482358579" name=""/>
          <p:cNvCxnSpPr/>
          <p:nvPr/>
        </p:nvCxnSpPr>
        <p:spPr bwMode="auto">
          <a:xfrm flipH="0" flipV="0">
            <a:off x="10363195" y="3225800"/>
            <a:ext cx="1219197"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667319399" name=""/>
          <p:cNvCxnSpPr/>
          <p:nvPr/>
        </p:nvCxnSpPr>
        <p:spPr bwMode="auto">
          <a:xfrm rot="0" flipH="0" flipV="0">
            <a:off x="8737596" y="3225978"/>
            <a:ext cx="1161141"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30322600" name=""/>
          <p:cNvSpPr/>
          <p:nvPr/>
        </p:nvSpPr>
        <p:spPr bwMode="auto">
          <a:xfrm rot="0" flipH="0" flipV="0">
            <a:off x="5486400" y="1803398"/>
            <a:ext cx="2031999" cy="4267198"/>
          </a:xfrm>
          <a:prstGeom prst="rect">
            <a:avLst/>
          </a:prstGeom>
          <a:gradFill>
            <a:gsLst>
              <a:gs pos="0">
                <a:schemeClr val="accent1">
                  <a:lumMod val="40000"/>
                  <a:lumOff val="60000"/>
                  <a:alpha val="20000"/>
                </a:schemeClr>
              </a:gs>
              <a:gs pos="100000">
                <a:schemeClr val="accent1">
                  <a:alpha val="20000"/>
                </a:schemeClr>
              </a:gs>
            </a:gsLst>
            <a:lin ang="2700000" scaled="1"/>
          </a:gra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Liberation Sans"/>
              <a:cs typeface="Liberation Sans"/>
            </a:endParaRPr>
          </a:p>
        </p:txBody>
      </p:sp>
      <p:sp>
        <p:nvSpPr>
          <p:cNvPr id="276116255" name="Title 1"/>
          <p:cNvSpPr>
            <a:spLocks noGrp="1"/>
          </p:cNvSpPr>
          <p:nvPr>
            <p:ph type="title"/>
          </p:nvPr>
        </p:nvSpPr>
        <p:spPr bwMode="auto"/>
        <p:txBody>
          <a:bodyPr/>
          <a:lstStyle/>
          <a:p>
            <a:pPr>
              <a:defRPr/>
            </a:pPr>
            <a:r>
              <a:rPr lang="it-IT" sz="2400" b="1" i="0" u="none" strike="noStrike" cap="none" spc="0">
                <a:solidFill>
                  <a:schemeClr val="accent1"/>
                </a:solidFill>
                <a:latin typeface="Arial"/>
                <a:ea typeface="Arial"/>
                <a:cs typeface="Arial"/>
              </a:rPr>
              <a:t>{company_name}</a:t>
            </a:r>
            <a:r>
              <a:rPr lang="it-IT" sz="2400" b="1" i="0" u="none" strike="noStrike" cap="none" spc="0">
                <a:solidFill>
                  <a:schemeClr val="accent1"/>
                </a:solidFill>
                <a:latin typeface="Arial"/>
                <a:ea typeface="Arial"/>
                <a:cs typeface="Arial"/>
              </a:rPr>
              <a:t> </a:t>
            </a:r>
            <a:r>
              <a:rPr lang="it-IT">
                <a:solidFill>
                  <a:schemeClr val="tx1"/>
                </a:solidFill>
              </a:rPr>
              <a:t>| Selected historical financial highlights</a:t>
            </a:r>
            <a:endParaRPr>
              <a:solidFill>
                <a:schemeClr val="tx1"/>
              </a:solidFill>
            </a:endParaRPr>
          </a:p>
        </p:txBody>
      </p:sp>
      <p:sp>
        <p:nvSpPr>
          <p:cNvPr id="1278217641" name="Footer Placeholder 4"/>
          <p:cNvSpPr>
            <a:spLocks noGrp="1"/>
          </p:cNvSpPr>
          <p:nvPr>
            <p:ph type="ftr" sz="quarter" idx="3"/>
          </p:nvPr>
        </p:nvSpPr>
        <p:spPr bwMode="auto">
          <a:prstGeom prst="rect">
            <a:avLst/>
          </a:prstGeom>
        </p:spPr>
        <p:txBody>
          <a:bodyPr/>
          <a:lstStyle/>
          <a:p>
            <a:pPr>
              <a:defRPr/>
            </a:pPr>
            <a:r>
              <a:rPr lang="it-IT"/>
              <a:t>Note: All figures expressed in USD</a:t>
            </a:r>
            <a:endParaRPr/>
          </a:p>
          <a:p>
            <a:pPr>
              <a:defRPr/>
            </a:pPr>
            <a:r>
              <a:rPr/>
              <a:t>Source</a:t>
            </a:r>
            <a:r>
              <a:rPr lang="it-IT"/>
              <a:t>: Yahoo Finance, Mistral</a:t>
            </a:r>
            <a:endParaRPr lang="it-IT"/>
          </a:p>
        </p:txBody>
      </p:sp>
      <p:sp>
        <p:nvSpPr>
          <p:cNvPr id="484035462" name="Slide Number Placeholder 5"/>
          <p:cNvSpPr>
            <a:spLocks noGrp="1"/>
          </p:cNvSpPr>
          <p:nvPr>
            <p:ph type="sldNum" sz="quarter" idx="4"/>
          </p:nvPr>
        </p:nvSpPr>
        <p:spPr bwMode="auto">
          <a:prstGeom prst="rect">
            <a:avLst/>
          </a:prstGeom>
        </p:spPr>
        <p:txBody>
          <a:bodyPr/>
          <a:lstStyle/>
          <a:p>
            <a:pPr>
              <a:defRPr/>
            </a:pPr>
            <a:fld id="{82BE44E8-35EF-95C4-D2C3-32175C87F31F}" type="slidenum">
              <a:rPr lang="en-US"/>
              <a:t>3</a:t>
            </a:fld>
            <a:endParaRPr lang="en-US"/>
          </a:p>
        </p:txBody>
      </p:sp>
      <p:cxnSp>
        <p:nvCxnSpPr>
          <p:cNvPr id="1587402278" name=""/>
          <p:cNvCxnSpPr/>
          <p:nvPr/>
        </p:nvCxnSpPr>
        <p:spPr bwMode="auto">
          <a:xfrm flipH="0" flipV="0">
            <a:off x="406397" y="1600521"/>
            <a:ext cx="7112001"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146844033" name=""/>
          <p:cNvCxnSpPr/>
          <p:nvPr/>
        </p:nvCxnSpPr>
        <p:spPr bwMode="auto">
          <a:xfrm flipH="0" flipV="0">
            <a:off x="7721598" y="1600182"/>
            <a:ext cx="4063994" cy="336"/>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030490438" name=""/>
          <p:cNvSpPr txBox="1"/>
          <p:nvPr/>
        </p:nvSpPr>
        <p:spPr bwMode="auto">
          <a:xfrm rot="0" flipH="0" flipV="0">
            <a:off x="406397" y="1193799"/>
            <a:ext cx="7112001"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1"/>
                </a:solidFill>
                <a:latin typeface="Liberation Sans"/>
                <a:ea typeface="Liberation Sans"/>
                <a:cs typeface="Liberation Sans"/>
              </a:rPr>
              <a:t>Last 3 years selected financial highlights</a:t>
            </a:r>
            <a:endParaRPr b="1">
              <a:solidFill>
                <a:schemeClr val="tx1"/>
              </a:solidFill>
              <a:latin typeface="Liberation Sans"/>
              <a:cs typeface="Liberation Sans"/>
            </a:endParaRPr>
          </a:p>
        </p:txBody>
      </p:sp>
      <p:sp>
        <p:nvSpPr>
          <p:cNvPr id="790591218" name=""/>
          <p:cNvSpPr txBox="1"/>
          <p:nvPr/>
        </p:nvSpPr>
        <p:spPr bwMode="auto">
          <a:xfrm rot="0" flipH="0" flipV="0">
            <a:off x="7721598" y="1193799"/>
            <a:ext cx="4063994"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b="1">
                <a:solidFill>
                  <a:schemeClr val="tx1"/>
                </a:solidFill>
                <a:latin typeface="Liberation Sans"/>
                <a:ea typeface="Liberation Sans"/>
                <a:cs typeface="Liberation Sans"/>
              </a:rPr>
              <a:t>Key facts</a:t>
            </a:r>
            <a:endParaRPr b="1">
              <a:solidFill>
                <a:schemeClr val="tx1"/>
              </a:solidFill>
              <a:latin typeface="Liberation Sans"/>
              <a:cs typeface="Liberation Sans"/>
            </a:endParaRPr>
          </a:p>
        </p:txBody>
      </p:sp>
      <p:sp>
        <p:nvSpPr>
          <p:cNvPr id="1361278580" name=""/>
          <p:cNvSpPr/>
          <p:nvPr/>
        </p:nvSpPr>
        <p:spPr bwMode="auto">
          <a:xfrm rot="0" flipH="0" flipV="0">
            <a:off x="406397" y="2209799"/>
            <a:ext cx="1828801" cy="3860797"/>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solidFill>
                <a:schemeClr val="bg1"/>
              </a:solidFill>
              <a:latin typeface="Liberation Sans"/>
              <a:cs typeface="Liberation Sans"/>
            </a:endParaRPr>
          </a:p>
        </p:txBody>
      </p:sp>
      <p:sp>
        <p:nvSpPr>
          <p:cNvPr id="1617131712" name="year_3"/>
          <p:cNvSpPr txBox="1"/>
          <p:nvPr/>
        </p:nvSpPr>
        <p:spPr bwMode="auto">
          <a:xfrm rot="0" flipH="0" flipV="0">
            <a:off x="2438398" y="18033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20XX</a:t>
            </a:r>
            <a:endParaRPr sz="1400" b="1">
              <a:solidFill>
                <a:schemeClr val="tx1"/>
              </a:solidFill>
              <a:latin typeface="Liberation Sans"/>
              <a:cs typeface="Liberation Sans"/>
            </a:endParaRPr>
          </a:p>
        </p:txBody>
      </p:sp>
      <p:sp>
        <p:nvSpPr>
          <p:cNvPr id="1575804748" name="year_2"/>
          <p:cNvSpPr txBox="1"/>
          <p:nvPr/>
        </p:nvSpPr>
        <p:spPr bwMode="auto">
          <a:xfrm rot="0" flipH="0" flipV="0">
            <a:off x="3454399" y="18033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20XX</a:t>
            </a:r>
            <a:endParaRPr sz="1400" b="1">
              <a:solidFill>
                <a:schemeClr val="tx1"/>
              </a:solidFill>
              <a:latin typeface="Liberation Sans"/>
              <a:cs typeface="Liberation Sans"/>
            </a:endParaRPr>
          </a:p>
        </p:txBody>
      </p:sp>
      <p:sp>
        <p:nvSpPr>
          <p:cNvPr id="1539003775" name="year_1"/>
          <p:cNvSpPr txBox="1"/>
          <p:nvPr/>
        </p:nvSpPr>
        <p:spPr bwMode="auto">
          <a:xfrm rot="0" flipH="0" flipV="0">
            <a:off x="4470400" y="18033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20XX</a:t>
            </a:r>
            <a:endParaRPr sz="1400" b="1">
              <a:solidFill>
                <a:schemeClr val="tx1"/>
              </a:solidFill>
              <a:latin typeface="Liberation Sans"/>
              <a:cs typeface="Liberation Sans"/>
            </a:endParaRPr>
          </a:p>
        </p:txBody>
      </p:sp>
      <p:sp>
        <p:nvSpPr>
          <p:cNvPr id="318891991" name="name"/>
          <p:cNvSpPr txBox="1"/>
          <p:nvPr/>
        </p:nvSpPr>
        <p:spPr bwMode="auto">
          <a:xfrm rot="0" flipH="0" flipV="0">
            <a:off x="5486400" y="1803403"/>
            <a:ext cx="2031997" cy="406395"/>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Key insight</a:t>
            </a:r>
            <a:endParaRPr sz="1400" b="1" baseline="30000">
              <a:solidFill>
                <a:schemeClr val="tx1"/>
              </a:solidFill>
              <a:latin typeface="Liberation Sans"/>
              <a:cs typeface="Liberation Sans"/>
            </a:endParaRPr>
          </a:p>
        </p:txBody>
      </p:sp>
      <p:sp>
        <p:nvSpPr>
          <p:cNvPr id="831194222" name="name"/>
          <p:cNvSpPr txBox="1"/>
          <p:nvPr/>
        </p:nvSpPr>
        <p:spPr bwMode="auto">
          <a:xfrm rot="0" flipH="0" flipV="0">
            <a:off x="406397" y="1803398"/>
            <a:ext cx="1828801"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1"/>
                </a:solidFill>
                <a:latin typeface="Liberation Sans"/>
                <a:ea typeface="Liberation Sans"/>
                <a:cs typeface="Liberation Sans"/>
              </a:rPr>
              <a:t>Item</a:t>
            </a:r>
            <a:endParaRPr sz="1400" b="1">
              <a:solidFill>
                <a:schemeClr val="tx1"/>
              </a:solidFill>
              <a:latin typeface="Liberation Sans"/>
              <a:cs typeface="Liberation Sans"/>
            </a:endParaRPr>
          </a:p>
        </p:txBody>
      </p:sp>
      <p:sp>
        <p:nvSpPr>
          <p:cNvPr id="754968806" name=""/>
          <p:cNvSpPr/>
          <p:nvPr/>
        </p:nvSpPr>
        <p:spPr bwMode="auto">
          <a:xfrm rot="0" flipH="0" flipV="0">
            <a:off x="7721597" y="1803398"/>
            <a:ext cx="406400" cy="1219198"/>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Liberation Sans"/>
              <a:cs typeface="Liberation Sans"/>
            </a:endParaRPr>
          </a:p>
        </p:txBody>
      </p:sp>
      <p:sp>
        <p:nvSpPr>
          <p:cNvPr id="989363525" name="comment_1"/>
          <p:cNvSpPr/>
          <p:nvPr/>
        </p:nvSpPr>
        <p:spPr bwMode="auto">
          <a:xfrm rot="0" flipH="0" flipV="0">
            <a:off x="8127997" y="1803398"/>
            <a:ext cx="3657595" cy="1219198"/>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ctr" anchorCtr="0" forceAA="0" upright="0" compatLnSpc="0"/>
          <a:p>
            <a:pPr algn="l">
              <a:defRPr/>
            </a:pPr>
            <a:r>
              <a:rPr lang="it-IT" sz="1600" b="0" i="0" u="none" strike="noStrike" cap="none" spc="0">
                <a:solidFill>
                  <a:schemeClr val="tx1"/>
                </a:solidFill>
                <a:latin typeface="Liberation Sans"/>
                <a:ea typeface="Liberation Sans"/>
                <a:cs typeface="Liberation Sans"/>
              </a:rPr>
              <a:t>Lorem ipsum dolor sit amet, consectetur adipiscing elit. Maecenas sed turpis ante.</a:t>
            </a:r>
            <a:endParaRPr sz="1600">
              <a:solidFill>
                <a:schemeClr val="tx1"/>
              </a:solidFill>
              <a:latin typeface="Liberation Sans"/>
              <a:cs typeface="Liberation Sans"/>
            </a:endParaRPr>
          </a:p>
        </p:txBody>
      </p:sp>
      <p:sp>
        <p:nvSpPr>
          <p:cNvPr id="1601369363" name=""/>
          <p:cNvSpPr/>
          <p:nvPr/>
        </p:nvSpPr>
        <p:spPr bwMode="auto">
          <a:xfrm rot="0" flipH="0" flipV="0">
            <a:off x="7721597" y="3327399"/>
            <a:ext cx="406400" cy="1219198"/>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Liberation Sans"/>
              <a:cs typeface="Liberation Sans"/>
            </a:endParaRPr>
          </a:p>
        </p:txBody>
      </p:sp>
      <p:sp>
        <p:nvSpPr>
          <p:cNvPr id="1133331760" name="comment_2"/>
          <p:cNvSpPr/>
          <p:nvPr/>
        </p:nvSpPr>
        <p:spPr bwMode="auto">
          <a:xfrm rot="0" flipH="0" flipV="0">
            <a:off x="8127997" y="3327399"/>
            <a:ext cx="3657595" cy="1219198"/>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ctr" anchorCtr="0" forceAA="0" upright="0" compatLnSpc="0"/>
          <a:p>
            <a:pPr algn="l">
              <a:defRPr/>
            </a:pPr>
            <a:r>
              <a:rPr lang="it-IT" sz="1600" b="0" i="0" u="none" strike="noStrike" cap="none" spc="0">
                <a:solidFill>
                  <a:schemeClr val="tx1"/>
                </a:solidFill>
                <a:latin typeface="Liberation Sans"/>
                <a:ea typeface="Liberation Sans"/>
                <a:cs typeface="Liberation Sans"/>
              </a:rPr>
              <a:t>Lorem ipsum dolor sit amet, consectetur adipiscing elit. Maecenas sed turpis ante.</a:t>
            </a:r>
            <a:endParaRPr sz="1600">
              <a:solidFill>
                <a:schemeClr val="tx1"/>
              </a:solidFill>
              <a:latin typeface="Liberation Sans"/>
              <a:cs typeface="Liberation Sans"/>
            </a:endParaRPr>
          </a:p>
        </p:txBody>
      </p:sp>
      <p:sp>
        <p:nvSpPr>
          <p:cNvPr id="65443009" name=""/>
          <p:cNvSpPr/>
          <p:nvPr/>
        </p:nvSpPr>
        <p:spPr bwMode="auto">
          <a:xfrm rot="0" flipH="0" flipV="0">
            <a:off x="7721597" y="4851398"/>
            <a:ext cx="406400" cy="1219198"/>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latin typeface="Liberation Sans"/>
              <a:cs typeface="Liberation Sans"/>
            </a:endParaRPr>
          </a:p>
        </p:txBody>
      </p:sp>
      <p:sp>
        <p:nvSpPr>
          <p:cNvPr id="897359343" name="comment_3"/>
          <p:cNvSpPr/>
          <p:nvPr/>
        </p:nvSpPr>
        <p:spPr bwMode="auto">
          <a:xfrm rot="0" flipH="0" flipV="0">
            <a:off x="8127997" y="4851398"/>
            <a:ext cx="3657595" cy="1219198"/>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ctr" anchorCtr="0" forceAA="0" upright="0" compatLnSpc="0"/>
          <a:p>
            <a:pPr algn="l">
              <a:defRPr/>
            </a:pPr>
            <a:r>
              <a:rPr lang="it-IT" sz="1600" b="0" i="0" u="none" strike="noStrike" cap="none" spc="0">
                <a:solidFill>
                  <a:schemeClr val="tx1"/>
                </a:solidFill>
                <a:latin typeface="Liberation Sans"/>
                <a:ea typeface="Liberation Sans"/>
                <a:cs typeface="Liberation Sans"/>
              </a:rPr>
              <a:t>Lorem ipsum dolor sit amet, consectetur adipiscing elit. Maecenas sed turpis ante.</a:t>
            </a:r>
            <a:endParaRPr sz="1600">
              <a:solidFill>
                <a:schemeClr val="tx1"/>
              </a:solidFill>
              <a:latin typeface="Liberation Sans"/>
              <a:cs typeface="Liberation Sans"/>
            </a:endParaRPr>
          </a:p>
        </p:txBody>
      </p:sp>
      <p:sp>
        <p:nvSpPr>
          <p:cNvPr id="1832480215" name="revenue_3"/>
          <p:cNvSpPr txBox="1"/>
          <p:nvPr/>
        </p:nvSpPr>
        <p:spPr bwMode="auto">
          <a:xfrm rot="0" flipH="0" flipV="0">
            <a:off x="2438398" y="22097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XX.XB</a:t>
            </a:r>
            <a:endParaRPr sz="1400" b="0">
              <a:solidFill>
                <a:schemeClr val="tx1"/>
              </a:solidFill>
              <a:latin typeface="Liberation Sans"/>
              <a:cs typeface="Liberation Sans"/>
            </a:endParaRPr>
          </a:p>
        </p:txBody>
      </p:sp>
      <p:sp>
        <p:nvSpPr>
          <p:cNvPr id="1496392474" name=""/>
          <p:cNvSpPr txBox="1"/>
          <p:nvPr/>
        </p:nvSpPr>
        <p:spPr bwMode="auto">
          <a:xfrm rot="0" flipH="0" flipV="0">
            <a:off x="406400" y="2209801"/>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Revenue</a:t>
            </a:r>
            <a:endParaRPr sz="1400" b="1">
              <a:solidFill>
                <a:schemeClr val="bg1"/>
              </a:solidFill>
              <a:latin typeface="Liberation Sans"/>
              <a:cs typeface="Liberation Sans"/>
            </a:endParaRPr>
          </a:p>
        </p:txBody>
      </p:sp>
      <p:sp>
        <p:nvSpPr>
          <p:cNvPr id="339690199" name="revenue_2"/>
          <p:cNvSpPr txBox="1"/>
          <p:nvPr/>
        </p:nvSpPr>
        <p:spPr bwMode="auto">
          <a:xfrm rot="0" flipH="0" flipV="0">
            <a:off x="3454398" y="22097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XX.XB</a:t>
            </a:r>
            <a:endParaRPr sz="1400" b="0">
              <a:solidFill>
                <a:schemeClr val="tx1"/>
              </a:solidFill>
              <a:latin typeface="Liberation Sans"/>
              <a:cs typeface="Liberation Sans"/>
            </a:endParaRPr>
          </a:p>
        </p:txBody>
      </p:sp>
      <p:sp>
        <p:nvSpPr>
          <p:cNvPr id="1838244257" name="revenue_1"/>
          <p:cNvSpPr txBox="1"/>
          <p:nvPr/>
        </p:nvSpPr>
        <p:spPr bwMode="auto">
          <a:xfrm rot="0" flipH="0" flipV="0">
            <a:off x="4470397" y="22097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XX.XB</a:t>
            </a:r>
            <a:endParaRPr sz="1400" b="0">
              <a:solidFill>
                <a:schemeClr val="tx1"/>
              </a:solidFill>
              <a:latin typeface="Liberation Sans"/>
              <a:cs typeface="Liberation Sans"/>
            </a:endParaRPr>
          </a:p>
        </p:txBody>
      </p:sp>
      <p:sp>
        <p:nvSpPr>
          <p:cNvPr id="525178788" name="revenue_m"/>
          <p:cNvSpPr txBox="1"/>
          <p:nvPr/>
        </p:nvSpPr>
        <p:spPr bwMode="auto">
          <a:xfrm rot="0" flipH="0" flipV="0">
            <a:off x="5689598" y="2209798"/>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1255752566" name="name"/>
          <p:cNvSpPr txBox="1"/>
          <p:nvPr/>
        </p:nvSpPr>
        <p:spPr bwMode="auto">
          <a:xfrm rot="0" flipH="0" flipV="0">
            <a:off x="6502397" y="2209798"/>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growth</a:t>
            </a:r>
            <a:endParaRPr sz="1200" b="0">
              <a:solidFill>
                <a:schemeClr val="tx1"/>
              </a:solidFill>
              <a:latin typeface="Liberation Sans"/>
              <a:cs typeface="Liberation Sans"/>
            </a:endParaRPr>
          </a:p>
        </p:txBody>
      </p:sp>
      <p:sp>
        <p:nvSpPr>
          <p:cNvPr id="2108637618" name="gross_profit_3"/>
          <p:cNvSpPr txBox="1"/>
          <p:nvPr/>
        </p:nvSpPr>
        <p:spPr bwMode="auto">
          <a:xfrm rot="0" flipH="0" flipV="0">
            <a:off x="2438395" y="2641626"/>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348452646" name=""/>
          <p:cNvSpPr txBox="1"/>
          <p:nvPr/>
        </p:nvSpPr>
        <p:spPr bwMode="auto">
          <a:xfrm rot="0" flipH="0" flipV="0">
            <a:off x="406400" y="2641626"/>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Gross profit</a:t>
            </a:r>
            <a:endParaRPr sz="1400" b="1">
              <a:solidFill>
                <a:schemeClr val="bg1"/>
              </a:solidFill>
              <a:latin typeface="Liberation Sans"/>
              <a:cs typeface="Liberation Sans"/>
            </a:endParaRPr>
          </a:p>
        </p:txBody>
      </p:sp>
      <p:sp>
        <p:nvSpPr>
          <p:cNvPr id="1170215058" name="gross_profit_2"/>
          <p:cNvSpPr txBox="1"/>
          <p:nvPr/>
        </p:nvSpPr>
        <p:spPr bwMode="auto">
          <a:xfrm rot="0" flipH="0" flipV="0">
            <a:off x="3454398" y="2641626"/>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368056361" name="gross_profit_1"/>
          <p:cNvSpPr txBox="1"/>
          <p:nvPr/>
        </p:nvSpPr>
        <p:spPr bwMode="auto">
          <a:xfrm rot="0" flipH="0" flipV="0">
            <a:off x="4470397" y="2641626"/>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559578225" name="gross_profit_m"/>
          <p:cNvSpPr txBox="1"/>
          <p:nvPr/>
        </p:nvSpPr>
        <p:spPr bwMode="auto">
          <a:xfrm rot="0" flipH="0" flipV="0">
            <a:off x="5689598" y="2641626"/>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831652213" name="symbol"/>
          <p:cNvSpPr txBox="1"/>
          <p:nvPr/>
        </p:nvSpPr>
        <p:spPr bwMode="auto">
          <a:xfrm rot="0" flipH="0" flipV="0">
            <a:off x="6502397" y="2641626"/>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margin</a:t>
            </a:r>
            <a:endParaRPr sz="1200" b="0">
              <a:solidFill>
                <a:schemeClr val="tx1"/>
              </a:solidFill>
              <a:latin typeface="Liberation Sans"/>
              <a:cs typeface="Liberation Sans"/>
            </a:endParaRPr>
          </a:p>
        </p:txBody>
      </p:sp>
      <p:sp>
        <p:nvSpPr>
          <p:cNvPr id="2034043532" name="operating_profit_3"/>
          <p:cNvSpPr txBox="1"/>
          <p:nvPr/>
        </p:nvSpPr>
        <p:spPr bwMode="auto">
          <a:xfrm rot="0" flipH="0" flipV="0">
            <a:off x="2438395" y="307344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70336290" name=""/>
          <p:cNvSpPr txBox="1"/>
          <p:nvPr/>
        </p:nvSpPr>
        <p:spPr bwMode="auto">
          <a:xfrm rot="0" flipH="0" flipV="0">
            <a:off x="406400" y="3073449"/>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Operating profit</a:t>
            </a:r>
            <a:endParaRPr sz="1400" b="1">
              <a:solidFill>
                <a:schemeClr val="bg1"/>
              </a:solidFill>
              <a:latin typeface="Liberation Sans"/>
              <a:cs typeface="Liberation Sans"/>
            </a:endParaRPr>
          </a:p>
        </p:txBody>
      </p:sp>
      <p:sp>
        <p:nvSpPr>
          <p:cNvPr id="1043401128" name="operating_profit_2"/>
          <p:cNvSpPr txBox="1"/>
          <p:nvPr/>
        </p:nvSpPr>
        <p:spPr bwMode="auto">
          <a:xfrm rot="0" flipH="0" flipV="0">
            <a:off x="3454398" y="307344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285542416" name="operating_profit_1"/>
          <p:cNvSpPr txBox="1"/>
          <p:nvPr/>
        </p:nvSpPr>
        <p:spPr bwMode="auto">
          <a:xfrm rot="0" flipH="0" flipV="0">
            <a:off x="4470397" y="307344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603109262" name="operating_profit_m"/>
          <p:cNvSpPr txBox="1"/>
          <p:nvPr/>
        </p:nvSpPr>
        <p:spPr bwMode="auto">
          <a:xfrm rot="0" flipH="0" flipV="0">
            <a:off x="5689598" y="3073449"/>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923565239" name="sector"/>
          <p:cNvSpPr txBox="1"/>
          <p:nvPr/>
        </p:nvSpPr>
        <p:spPr bwMode="auto">
          <a:xfrm rot="0" flipH="0" flipV="0">
            <a:off x="6502397" y="3073449"/>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margin</a:t>
            </a:r>
            <a:endParaRPr sz="1200" b="0">
              <a:solidFill>
                <a:schemeClr val="tx1"/>
              </a:solidFill>
              <a:latin typeface="Liberation Sans"/>
              <a:cs typeface="Liberation Sans"/>
            </a:endParaRPr>
          </a:p>
        </p:txBody>
      </p:sp>
      <p:sp>
        <p:nvSpPr>
          <p:cNvPr id="55736236" name="net_income_3"/>
          <p:cNvSpPr txBox="1"/>
          <p:nvPr/>
        </p:nvSpPr>
        <p:spPr bwMode="auto">
          <a:xfrm rot="0" flipH="0" flipV="0">
            <a:off x="2438395" y="350520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620009610" name=""/>
          <p:cNvSpPr txBox="1"/>
          <p:nvPr/>
        </p:nvSpPr>
        <p:spPr bwMode="auto">
          <a:xfrm rot="0" flipH="0" flipV="0">
            <a:off x="406400" y="3505249"/>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Net income</a:t>
            </a:r>
            <a:endParaRPr sz="1400" b="1">
              <a:solidFill>
                <a:schemeClr val="bg1"/>
              </a:solidFill>
              <a:latin typeface="Liberation Sans"/>
              <a:cs typeface="Liberation Sans"/>
            </a:endParaRPr>
          </a:p>
        </p:txBody>
      </p:sp>
      <p:sp>
        <p:nvSpPr>
          <p:cNvPr id="1053461506" name="net_income_2"/>
          <p:cNvSpPr txBox="1"/>
          <p:nvPr/>
        </p:nvSpPr>
        <p:spPr bwMode="auto">
          <a:xfrm rot="0" flipH="0" flipV="0">
            <a:off x="3454398" y="350520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24027059" name="net_income_1"/>
          <p:cNvSpPr txBox="1"/>
          <p:nvPr/>
        </p:nvSpPr>
        <p:spPr bwMode="auto">
          <a:xfrm rot="0" flipH="0" flipV="0">
            <a:off x="4470397" y="350520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113419882" name="net_income_m"/>
          <p:cNvSpPr txBox="1"/>
          <p:nvPr/>
        </p:nvSpPr>
        <p:spPr bwMode="auto">
          <a:xfrm rot="0" flipH="0" flipV="0">
            <a:off x="5689598" y="3505208"/>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1384149297" name="industry"/>
          <p:cNvSpPr txBox="1"/>
          <p:nvPr/>
        </p:nvSpPr>
        <p:spPr bwMode="auto">
          <a:xfrm rot="0" flipH="0" flipV="0">
            <a:off x="6502397" y="3505209"/>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margin</a:t>
            </a:r>
            <a:endParaRPr sz="1200" b="0">
              <a:solidFill>
                <a:schemeClr val="tx1"/>
              </a:solidFill>
              <a:latin typeface="Liberation Sans"/>
              <a:cs typeface="Liberation Sans"/>
            </a:endParaRPr>
          </a:p>
        </p:txBody>
      </p:sp>
      <p:sp>
        <p:nvSpPr>
          <p:cNvPr id="309366340" name="invested_capital_3"/>
          <p:cNvSpPr txBox="1"/>
          <p:nvPr/>
        </p:nvSpPr>
        <p:spPr bwMode="auto">
          <a:xfrm rot="0" flipH="0" flipV="0">
            <a:off x="2438395" y="393701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30604559" name=""/>
          <p:cNvSpPr txBox="1"/>
          <p:nvPr/>
        </p:nvSpPr>
        <p:spPr bwMode="auto">
          <a:xfrm rot="0" flipH="0" flipV="0">
            <a:off x="406400" y="3937010"/>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Invested capital</a:t>
            </a:r>
            <a:endParaRPr sz="1400" b="1">
              <a:solidFill>
                <a:schemeClr val="bg1"/>
              </a:solidFill>
              <a:latin typeface="Liberation Sans"/>
              <a:cs typeface="Liberation Sans"/>
            </a:endParaRPr>
          </a:p>
        </p:txBody>
      </p:sp>
      <p:sp>
        <p:nvSpPr>
          <p:cNvPr id="1459423099" name="invested_capital_2"/>
          <p:cNvSpPr txBox="1"/>
          <p:nvPr/>
        </p:nvSpPr>
        <p:spPr bwMode="auto">
          <a:xfrm rot="0" flipH="0" flipV="0">
            <a:off x="3454398" y="393701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874515150" name="invested_capital_1"/>
          <p:cNvSpPr txBox="1"/>
          <p:nvPr/>
        </p:nvSpPr>
        <p:spPr bwMode="auto">
          <a:xfrm rot="0" flipH="0" flipV="0">
            <a:off x="4470397" y="393701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208921915" name="invested_capital_m"/>
          <p:cNvSpPr txBox="1"/>
          <p:nvPr/>
        </p:nvSpPr>
        <p:spPr bwMode="auto">
          <a:xfrm rot="0" flipH="0" flipV="0">
            <a:off x="5689598" y="3937010"/>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445514744" name="market_cap"/>
          <p:cNvSpPr txBox="1"/>
          <p:nvPr/>
        </p:nvSpPr>
        <p:spPr bwMode="auto">
          <a:xfrm rot="0" flipH="0" flipV="0">
            <a:off x="6502397" y="3937011"/>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ROIC</a:t>
            </a:r>
            <a:endParaRPr sz="1200" b="0">
              <a:solidFill>
                <a:schemeClr val="tx1"/>
              </a:solidFill>
              <a:latin typeface="Liberation Sans"/>
              <a:cs typeface="Liberation Sans"/>
            </a:endParaRPr>
          </a:p>
        </p:txBody>
      </p:sp>
      <p:sp>
        <p:nvSpPr>
          <p:cNvPr id="306574910" name="debt_3"/>
          <p:cNvSpPr txBox="1"/>
          <p:nvPr/>
        </p:nvSpPr>
        <p:spPr bwMode="auto">
          <a:xfrm rot="0" flipH="0" flipV="0">
            <a:off x="2438395" y="4368771"/>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902781788" name=""/>
          <p:cNvSpPr txBox="1"/>
          <p:nvPr/>
        </p:nvSpPr>
        <p:spPr bwMode="auto">
          <a:xfrm rot="0" flipH="0" flipV="0">
            <a:off x="406400" y="4368771"/>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Debt</a:t>
            </a:r>
            <a:endParaRPr sz="1400" b="1">
              <a:solidFill>
                <a:schemeClr val="bg1"/>
              </a:solidFill>
              <a:latin typeface="Liberation Sans"/>
              <a:cs typeface="Liberation Sans"/>
            </a:endParaRPr>
          </a:p>
        </p:txBody>
      </p:sp>
      <p:sp>
        <p:nvSpPr>
          <p:cNvPr id="1900073939" name="debt_2"/>
          <p:cNvSpPr txBox="1"/>
          <p:nvPr/>
        </p:nvSpPr>
        <p:spPr bwMode="auto">
          <a:xfrm rot="0" flipH="0" flipV="0">
            <a:off x="3454398" y="4368771"/>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313930224" name="debt_1"/>
          <p:cNvSpPr txBox="1"/>
          <p:nvPr/>
        </p:nvSpPr>
        <p:spPr bwMode="auto">
          <a:xfrm rot="0" flipH="0" flipV="0">
            <a:off x="4470397" y="4368771"/>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028770126" name="debt_m"/>
          <p:cNvSpPr txBox="1"/>
          <p:nvPr/>
        </p:nvSpPr>
        <p:spPr bwMode="auto">
          <a:xfrm rot="0" flipH="0" flipV="0">
            <a:off x="5689598" y="4368771"/>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1031783940" name="earnings"/>
          <p:cNvSpPr txBox="1"/>
          <p:nvPr/>
        </p:nvSpPr>
        <p:spPr bwMode="auto">
          <a:xfrm rot="0" flipH="0" flipV="0">
            <a:off x="6502397" y="4368771"/>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D/C ratio</a:t>
            </a:r>
            <a:endParaRPr sz="1200" b="0">
              <a:solidFill>
                <a:schemeClr val="tx1"/>
              </a:solidFill>
              <a:latin typeface="Liberation Sans"/>
              <a:cs typeface="Liberation Sans"/>
            </a:endParaRPr>
          </a:p>
        </p:txBody>
      </p:sp>
      <p:sp>
        <p:nvSpPr>
          <p:cNvPr id="645729051" name="operating_cash_flow_3"/>
          <p:cNvSpPr txBox="1"/>
          <p:nvPr/>
        </p:nvSpPr>
        <p:spPr bwMode="auto">
          <a:xfrm rot="0" flipH="0" flipV="0">
            <a:off x="2438395" y="480053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539096327" name=""/>
          <p:cNvSpPr txBox="1"/>
          <p:nvPr/>
        </p:nvSpPr>
        <p:spPr bwMode="auto">
          <a:xfrm rot="0" flipH="0" flipV="0">
            <a:off x="406400" y="4800573"/>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Opearting CF</a:t>
            </a:r>
            <a:endParaRPr sz="1400" b="1">
              <a:solidFill>
                <a:schemeClr val="bg1"/>
              </a:solidFill>
              <a:latin typeface="Liberation Sans"/>
              <a:cs typeface="Liberation Sans"/>
            </a:endParaRPr>
          </a:p>
        </p:txBody>
      </p:sp>
      <p:sp>
        <p:nvSpPr>
          <p:cNvPr id="2122910770" name="operating_cash_flow_2"/>
          <p:cNvSpPr txBox="1"/>
          <p:nvPr/>
        </p:nvSpPr>
        <p:spPr bwMode="auto">
          <a:xfrm rot="0" flipH="0" flipV="0">
            <a:off x="3454398" y="480053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599570348" name="operating_cash_flow_1"/>
          <p:cNvSpPr txBox="1"/>
          <p:nvPr/>
        </p:nvSpPr>
        <p:spPr bwMode="auto">
          <a:xfrm rot="0" flipH="0" flipV="0">
            <a:off x="4470397" y="4800530"/>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576519319" name="operating_cash_flow_m"/>
          <p:cNvSpPr txBox="1"/>
          <p:nvPr/>
        </p:nvSpPr>
        <p:spPr bwMode="auto">
          <a:xfrm rot="0" flipH="0" flipV="0">
            <a:off x="5689598" y="4800530"/>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1253344835" name="stock_price"/>
          <p:cNvSpPr txBox="1"/>
          <p:nvPr/>
        </p:nvSpPr>
        <p:spPr bwMode="auto">
          <a:xfrm rot="0" flipH="0" flipV="0">
            <a:off x="6502397" y="4800530"/>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of revenue</a:t>
            </a:r>
            <a:endParaRPr sz="1200" b="0">
              <a:solidFill>
                <a:schemeClr val="tx1"/>
              </a:solidFill>
              <a:latin typeface="Liberation Sans"/>
              <a:cs typeface="Liberation Sans"/>
            </a:endParaRPr>
          </a:p>
        </p:txBody>
      </p:sp>
      <p:sp>
        <p:nvSpPr>
          <p:cNvPr id="313328945" name="investing_cash_flow_3"/>
          <p:cNvSpPr txBox="1"/>
          <p:nvPr/>
        </p:nvSpPr>
        <p:spPr bwMode="auto">
          <a:xfrm rot="0" flipH="0" flipV="0">
            <a:off x="2438395" y="5232331"/>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257300371" name=""/>
          <p:cNvSpPr txBox="1"/>
          <p:nvPr/>
        </p:nvSpPr>
        <p:spPr bwMode="auto">
          <a:xfrm rot="0" flipH="0" flipV="0">
            <a:off x="406400" y="5232331"/>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Investing CF</a:t>
            </a:r>
            <a:endParaRPr sz="1400" b="1">
              <a:solidFill>
                <a:schemeClr val="bg1"/>
              </a:solidFill>
              <a:latin typeface="Liberation Sans"/>
              <a:cs typeface="Liberation Sans"/>
            </a:endParaRPr>
          </a:p>
        </p:txBody>
      </p:sp>
      <p:sp>
        <p:nvSpPr>
          <p:cNvPr id="70168265" name="investing_cash_flow_2"/>
          <p:cNvSpPr txBox="1"/>
          <p:nvPr/>
        </p:nvSpPr>
        <p:spPr bwMode="auto">
          <a:xfrm rot="0" flipH="0" flipV="0">
            <a:off x="3454398" y="5232331"/>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2098840917" name="investing_cash_flow_1"/>
          <p:cNvSpPr txBox="1"/>
          <p:nvPr/>
        </p:nvSpPr>
        <p:spPr bwMode="auto">
          <a:xfrm rot="0" flipH="0" flipV="0">
            <a:off x="4470397" y="5232331"/>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467057746" name="investing_cash_flow_m"/>
          <p:cNvSpPr txBox="1"/>
          <p:nvPr/>
        </p:nvSpPr>
        <p:spPr bwMode="auto">
          <a:xfrm rot="0" flipH="0" flipV="0">
            <a:off x="5689598" y="5232331"/>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939470111" name="analyst_rating"/>
          <p:cNvSpPr txBox="1"/>
          <p:nvPr/>
        </p:nvSpPr>
        <p:spPr bwMode="auto">
          <a:xfrm rot="0" flipH="0" flipV="0">
            <a:off x="6502397" y="5232332"/>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of revenue</a:t>
            </a:r>
            <a:endParaRPr sz="1200" b="0">
              <a:solidFill>
                <a:schemeClr val="tx1"/>
              </a:solidFill>
              <a:latin typeface="Liberation Sans"/>
              <a:cs typeface="Liberation Sans"/>
            </a:endParaRPr>
          </a:p>
        </p:txBody>
      </p:sp>
      <p:sp>
        <p:nvSpPr>
          <p:cNvPr id="347780473" name=""/>
          <p:cNvSpPr txBox="1"/>
          <p:nvPr/>
        </p:nvSpPr>
        <p:spPr bwMode="auto">
          <a:xfrm rot="0" flipH="0" flipV="0">
            <a:off x="406400" y="5664198"/>
            <a:ext cx="18287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1"/>
                </a:solidFill>
                <a:latin typeface="Liberation Sans"/>
                <a:ea typeface="Liberation Sans"/>
                <a:cs typeface="Liberation Sans"/>
              </a:rPr>
              <a:t>Free cash flow</a:t>
            </a:r>
            <a:endParaRPr sz="1400" b="1">
              <a:solidFill>
                <a:schemeClr val="bg1"/>
              </a:solidFill>
              <a:latin typeface="Liberation Sans"/>
              <a:cs typeface="Liberation Sans"/>
            </a:endParaRPr>
          </a:p>
        </p:txBody>
      </p:sp>
      <p:sp>
        <p:nvSpPr>
          <p:cNvPr id="1373723498" name="free_cash_flow_3"/>
          <p:cNvSpPr txBox="1"/>
          <p:nvPr/>
        </p:nvSpPr>
        <p:spPr bwMode="auto">
          <a:xfrm rot="0" flipH="0" flipV="0">
            <a:off x="2438395" y="56641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72698928" name="free_cash_flow_2"/>
          <p:cNvSpPr txBox="1"/>
          <p:nvPr/>
        </p:nvSpPr>
        <p:spPr bwMode="auto">
          <a:xfrm rot="0" flipH="0" flipV="0">
            <a:off x="3454398" y="56641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63053690" name="free_cash_flow_1"/>
          <p:cNvSpPr txBox="1"/>
          <p:nvPr/>
        </p:nvSpPr>
        <p:spPr bwMode="auto">
          <a:xfrm rot="0" flipH="0" flipV="0">
            <a:off x="4470397" y="56641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XX.XB</a:t>
            </a:r>
            <a:endParaRPr>
              <a:solidFill>
                <a:schemeClr val="tx1"/>
              </a:solidFill>
              <a:latin typeface="Liberation Sans"/>
              <a:cs typeface="Liberation Sans"/>
            </a:endParaRPr>
          </a:p>
        </p:txBody>
      </p:sp>
      <p:sp>
        <p:nvSpPr>
          <p:cNvPr id="1912630732" name="free_cash_flow_m"/>
          <p:cNvSpPr txBox="1"/>
          <p:nvPr/>
        </p:nvSpPr>
        <p:spPr bwMode="auto">
          <a:xfrm rot="0" flipH="0" flipV="0">
            <a:off x="5689598" y="5664198"/>
            <a:ext cx="8127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1"/>
                </a:solidFill>
                <a:latin typeface="Liberation Sans"/>
                <a:ea typeface="Liberation Sans"/>
                <a:cs typeface="Liberation Sans"/>
              </a:rPr>
              <a:t>X.X%</a:t>
            </a:r>
            <a:endParaRPr sz="1400" b="0">
              <a:solidFill>
                <a:schemeClr val="tx1"/>
              </a:solidFill>
              <a:latin typeface="Liberation Sans"/>
              <a:cs typeface="Liberation Sans"/>
            </a:endParaRPr>
          </a:p>
        </p:txBody>
      </p:sp>
      <p:sp>
        <p:nvSpPr>
          <p:cNvPr id="403836670" name="beta"/>
          <p:cNvSpPr txBox="1"/>
          <p:nvPr/>
        </p:nvSpPr>
        <p:spPr bwMode="auto">
          <a:xfrm rot="0" flipH="0" flipV="0">
            <a:off x="6502397" y="5664200"/>
            <a:ext cx="1015999"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1"/>
                </a:solidFill>
                <a:latin typeface="Liberation Sans"/>
                <a:ea typeface="Liberation Sans"/>
                <a:cs typeface="Liberation Sans"/>
              </a:rPr>
              <a:t>growth</a:t>
            </a:r>
            <a:endParaRPr sz="1200" b="0">
              <a:solidFill>
                <a:schemeClr val="tx1"/>
              </a:solidFill>
              <a:latin typeface="Liberation Sans"/>
              <a:cs typeface="Liberation Sans"/>
            </a:endParaRPr>
          </a:p>
        </p:txBody>
      </p:sp>
      <p:grpSp>
        <p:nvGrpSpPr>
          <p:cNvPr id="208625309" name=""/>
          <p:cNvGrpSpPr/>
          <p:nvPr/>
        </p:nvGrpSpPr>
        <p:grpSpPr bwMode="auto">
          <a:xfrm>
            <a:off x="609597" y="2628554"/>
            <a:ext cx="6705603" cy="717"/>
            <a:chOff x="0" y="0"/>
            <a:chExt cx="6705603" cy="717"/>
          </a:xfrm>
        </p:grpSpPr>
        <p:cxnSp>
          <p:nvCxnSpPr>
            <p:cNvPr id="1878137788"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246355164" name=""/>
            <p:cNvCxnSpPr/>
            <p:nvPr/>
          </p:nvCxnSpPr>
          <p:spPr bwMode="auto">
            <a:xfrm rot="0" flipH="0" flipV="0">
              <a:off x="0" y="717"/>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611721738"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269783159" name=""/>
          <p:cNvGrpSpPr/>
          <p:nvPr/>
        </p:nvGrpSpPr>
        <p:grpSpPr bwMode="auto">
          <a:xfrm>
            <a:off x="609597" y="3060377"/>
            <a:ext cx="6705603" cy="717"/>
            <a:chOff x="0" y="0"/>
            <a:chExt cx="6705603" cy="717"/>
          </a:xfrm>
        </p:grpSpPr>
        <p:cxnSp>
          <p:nvCxnSpPr>
            <p:cNvPr id="2144572992"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625682137" name=""/>
            <p:cNvCxnSpPr/>
            <p:nvPr/>
          </p:nvCxnSpPr>
          <p:spPr bwMode="auto">
            <a:xfrm rot="0" flipH="0" flipV="0">
              <a:off x="0" y="717"/>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074449605"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280321001" name=""/>
          <p:cNvGrpSpPr/>
          <p:nvPr/>
        </p:nvGrpSpPr>
        <p:grpSpPr bwMode="auto">
          <a:xfrm>
            <a:off x="609597" y="3492202"/>
            <a:ext cx="6705603" cy="652"/>
            <a:chOff x="0" y="0"/>
            <a:chExt cx="6705603" cy="652"/>
          </a:xfrm>
        </p:grpSpPr>
        <p:cxnSp>
          <p:nvCxnSpPr>
            <p:cNvPr id="301336298"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724420695" name=""/>
            <p:cNvCxnSpPr/>
            <p:nvPr/>
          </p:nvCxnSpPr>
          <p:spPr bwMode="auto">
            <a:xfrm rot="0" flipH="0" flipV="0">
              <a:off x="0" y="652"/>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082923132"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1356685955" name=""/>
          <p:cNvGrpSpPr/>
          <p:nvPr/>
        </p:nvGrpSpPr>
        <p:grpSpPr bwMode="auto">
          <a:xfrm>
            <a:off x="609597" y="3924002"/>
            <a:ext cx="6705603" cy="654"/>
            <a:chOff x="0" y="0"/>
            <a:chExt cx="6705603" cy="654"/>
          </a:xfrm>
        </p:grpSpPr>
        <p:cxnSp>
          <p:nvCxnSpPr>
            <p:cNvPr id="1531887898"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755220686" name=""/>
            <p:cNvCxnSpPr/>
            <p:nvPr/>
          </p:nvCxnSpPr>
          <p:spPr bwMode="auto">
            <a:xfrm rot="0" flipH="0" flipV="0">
              <a:off x="0" y="654"/>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92224528"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1718716677" name=""/>
          <p:cNvGrpSpPr/>
          <p:nvPr/>
        </p:nvGrpSpPr>
        <p:grpSpPr bwMode="auto">
          <a:xfrm>
            <a:off x="609597" y="4355764"/>
            <a:ext cx="6705603" cy="653"/>
            <a:chOff x="0" y="0"/>
            <a:chExt cx="6705603" cy="653"/>
          </a:xfrm>
        </p:grpSpPr>
        <p:cxnSp>
          <p:nvCxnSpPr>
            <p:cNvPr id="1946423567"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761554285" name=""/>
            <p:cNvCxnSpPr/>
            <p:nvPr/>
          </p:nvCxnSpPr>
          <p:spPr bwMode="auto">
            <a:xfrm rot="0" flipH="0" flipV="0">
              <a:off x="0" y="653"/>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395144537"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1854769100" name=""/>
          <p:cNvGrpSpPr/>
          <p:nvPr/>
        </p:nvGrpSpPr>
        <p:grpSpPr bwMode="auto">
          <a:xfrm>
            <a:off x="609597" y="4787524"/>
            <a:ext cx="6705604" cy="653"/>
            <a:chOff x="0" y="0"/>
            <a:chExt cx="6705604" cy="653"/>
          </a:xfrm>
        </p:grpSpPr>
        <p:cxnSp>
          <p:nvCxnSpPr>
            <p:cNvPr id="701252356" name=""/>
            <p:cNvCxnSpPr/>
            <p:nvPr/>
          </p:nvCxnSpPr>
          <p:spPr bwMode="auto">
            <a:xfrm flipH="0" flipV="0">
              <a:off x="1828801" y="359"/>
              <a:ext cx="2844801"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400071288" name=""/>
            <p:cNvCxnSpPr/>
            <p:nvPr/>
          </p:nvCxnSpPr>
          <p:spPr bwMode="auto">
            <a:xfrm rot="0" flipH="0" flipV="0">
              <a:off x="0" y="653"/>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66247767" name=""/>
            <p:cNvCxnSpPr/>
            <p:nvPr/>
          </p:nvCxnSpPr>
          <p:spPr bwMode="auto">
            <a:xfrm flipH="0" flipV="0">
              <a:off x="5080005" y="0"/>
              <a:ext cx="1625598"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252307598" name=""/>
          <p:cNvGrpSpPr/>
          <p:nvPr/>
        </p:nvGrpSpPr>
        <p:grpSpPr bwMode="auto">
          <a:xfrm>
            <a:off x="609597" y="5219326"/>
            <a:ext cx="6705603" cy="652"/>
            <a:chOff x="0" y="0"/>
            <a:chExt cx="6705603" cy="652"/>
          </a:xfrm>
        </p:grpSpPr>
        <p:cxnSp>
          <p:nvCxnSpPr>
            <p:cNvPr id="912709453" name=""/>
            <p:cNvCxnSpPr/>
            <p:nvPr/>
          </p:nvCxnSpPr>
          <p:spPr bwMode="auto">
            <a:xfrm flipH="0" flipV="0">
              <a:off x="1828798"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91553153" name=""/>
            <p:cNvCxnSpPr/>
            <p:nvPr/>
          </p:nvCxnSpPr>
          <p:spPr bwMode="auto">
            <a:xfrm rot="0" flipH="0" flipV="0">
              <a:off x="0" y="652"/>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073609159" name=""/>
            <p:cNvCxnSpPr/>
            <p:nvPr/>
          </p:nvCxnSpPr>
          <p:spPr bwMode="auto">
            <a:xfrm flipH="0" flipV="0">
              <a:off x="5080003"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grpSp>
        <p:nvGrpSpPr>
          <p:cNvPr id="2084922379" name=""/>
          <p:cNvGrpSpPr/>
          <p:nvPr/>
        </p:nvGrpSpPr>
        <p:grpSpPr bwMode="auto">
          <a:xfrm>
            <a:off x="609597" y="5651085"/>
            <a:ext cx="6705603" cy="759"/>
            <a:chOff x="0" y="0"/>
            <a:chExt cx="6705603" cy="759"/>
          </a:xfrm>
        </p:grpSpPr>
        <p:cxnSp>
          <p:nvCxnSpPr>
            <p:cNvPr id="1769284951" name=""/>
            <p:cNvCxnSpPr/>
            <p:nvPr/>
          </p:nvCxnSpPr>
          <p:spPr bwMode="auto">
            <a:xfrm rot="0" flipH="0" flipV="0">
              <a:off x="0" y="759"/>
              <a:ext cx="1422397" cy="0"/>
            </a:xfrm>
            <a:prstGeom prst="line">
              <a:avLst/>
            </a:prstGeom>
            <a:ln w="6350" cap="flat" cmpd="sng" algn="ctr">
              <a:solidFill>
                <a:schemeClr val="bg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954265123" name=""/>
            <p:cNvCxnSpPr/>
            <p:nvPr/>
          </p:nvCxnSpPr>
          <p:spPr bwMode="auto">
            <a:xfrm rot="0" flipH="0" flipV="0">
              <a:off x="1828800" y="359"/>
              <a:ext cx="2844802" cy="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328035158" name=""/>
            <p:cNvCxnSpPr/>
            <p:nvPr/>
          </p:nvCxnSpPr>
          <p:spPr bwMode="auto">
            <a:xfrm rot="0" flipH="0" flipV="0">
              <a:off x="5080004" y="0"/>
              <a:ext cx="1625599" cy="360"/>
            </a:xfrm>
            <a:prstGeom prst="line">
              <a:avLst/>
            </a:prstGeom>
            <a:ln w="635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gr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33325587" name="Title 1"/>
          <p:cNvSpPr>
            <a:spLocks noGrp="1"/>
          </p:cNvSpPr>
          <p:nvPr>
            <p:ph type="title"/>
          </p:nvPr>
        </p:nvSpPr>
        <p:spPr bwMode="auto"/>
        <p:txBody>
          <a:bodyPr/>
          <a:lstStyle/>
          <a:p>
            <a:pPr>
              <a:defRPr/>
            </a:pPr>
            <a:r>
              <a:rPr lang="it-IT" sz="2400" b="1" i="0" u="none" strike="noStrike" cap="none" spc="0">
                <a:solidFill>
                  <a:schemeClr val="accent1"/>
                </a:solidFill>
                <a:latin typeface="Arial"/>
                <a:ea typeface="Arial"/>
                <a:cs typeface="Arial"/>
              </a:rPr>
              <a:t>{company_name}</a:t>
            </a:r>
            <a:r>
              <a:rPr lang="it-IT" sz="2400" b="1" i="0" u="none" strike="noStrike" cap="none" spc="0">
                <a:solidFill>
                  <a:schemeClr val="accent2"/>
                </a:solidFill>
                <a:latin typeface="Arial"/>
                <a:ea typeface="Arial"/>
                <a:cs typeface="Arial"/>
              </a:rPr>
              <a:t> </a:t>
            </a:r>
            <a:r>
              <a:rPr lang="it-IT" sz="2400" b="1" i="0" u="none" strike="noStrike" cap="none" spc="0">
                <a:solidFill>
                  <a:schemeClr val="tx1"/>
                </a:solidFill>
                <a:latin typeface="+mj-lt"/>
                <a:ea typeface="+mj-ea"/>
                <a:cs typeface="+mj-cs"/>
              </a:rPr>
              <a:t>| Current news</a:t>
            </a:r>
            <a:endParaRPr sz="2400">
              <a:solidFill>
                <a:schemeClr val="tx1"/>
              </a:solidFill>
            </a:endParaRPr>
          </a:p>
        </p:txBody>
      </p:sp>
      <p:sp>
        <p:nvSpPr>
          <p:cNvPr id="1761126578" name="Footer Placeholder 4"/>
          <p:cNvSpPr>
            <a:spLocks noGrp="1"/>
          </p:cNvSpPr>
          <p:nvPr>
            <p:ph type="ftr" sz="quarter" idx="3"/>
          </p:nvPr>
        </p:nvSpPr>
        <p:spPr bwMode="auto">
          <a:prstGeom prst="rect">
            <a:avLst/>
          </a:prstGeom>
        </p:spPr>
        <p:txBody>
          <a:bodyPr/>
          <a:lstStyle/>
          <a:p>
            <a:pPr>
              <a:defRPr/>
            </a:pPr>
            <a:r>
              <a:rPr/>
              <a:t>Source</a:t>
            </a:r>
            <a:r>
              <a:rPr lang="it-IT"/>
              <a:t>: Yahoo Finance, Mistral</a:t>
            </a:r>
            <a:endParaRPr/>
          </a:p>
        </p:txBody>
      </p:sp>
      <p:sp>
        <p:nvSpPr>
          <p:cNvPr id="1679673919" name="Slide Number Placeholder 5"/>
          <p:cNvSpPr>
            <a:spLocks noGrp="1"/>
          </p:cNvSpPr>
          <p:nvPr>
            <p:ph type="sldNum" sz="quarter" idx="4"/>
          </p:nvPr>
        </p:nvSpPr>
        <p:spPr bwMode="auto">
          <a:prstGeom prst="rect">
            <a:avLst/>
          </a:prstGeom>
        </p:spPr>
        <p:txBody>
          <a:bodyPr/>
          <a:lstStyle/>
          <a:p>
            <a:pPr>
              <a:defRPr/>
            </a:pPr>
            <a:fld id="{C9D403B2-8D87-49D1-E5D5-9F7B42A8873D}" type="slidenum">
              <a:rPr lang="en-US"/>
              <a:t>4</a:t>
            </a:fld>
            <a:endParaRPr lang="en-US"/>
          </a:p>
        </p:txBody>
      </p:sp>
      <p:cxnSp>
        <p:nvCxnSpPr>
          <p:cNvPr id="1311678184" name=""/>
          <p:cNvCxnSpPr/>
          <p:nvPr/>
        </p:nvCxnSpPr>
        <p:spPr bwMode="auto">
          <a:xfrm flipH="0" flipV="0">
            <a:off x="406396" y="1600200"/>
            <a:ext cx="11379199" cy="0"/>
          </a:xfrm>
          <a:prstGeom prst="line">
            <a:avLst/>
          </a:prstGeom>
          <a:ln w="12700" cap="flat" cmpd="sng" algn="ctr">
            <a:solidFill>
              <a:schemeClr val="tx1"/>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106336156" name=""/>
          <p:cNvSpPr txBox="1"/>
          <p:nvPr/>
        </p:nvSpPr>
        <p:spPr bwMode="auto">
          <a:xfrm rot="0" flipH="0" flipV="0">
            <a:off x="406396" y="1193799"/>
            <a:ext cx="113791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1"/>
                </a:solidFill>
                <a:latin typeface="Liberation Sans"/>
                <a:ea typeface="Liberation Sans"/>
                <a:cs typeface="Liberation Sans"/>
              </a:rPr>
              <a:t>Top 3 topics in current news</a:t>
            </a:r>
            <a:endParaRPr b="1">
              <a:solidFill>
                <a:schemeClr val="tx1"/>
              </a:solidFill>
              <a:latin typeface="Liberation Sans"/>
              <a:cs typeface="Liberation Sans"/>
            </a:endParaRPr>
          </a:p>
        </p:txBody>
      </p:sp>
      <p:sp>
        <p:nvSpPr>
          <p:cNvPr id="795405105" name="news_name_1"/>
          <p:cNvSpPr/>
          <p:nvPr/>
        </p:nvSpPr>
        <p:spPr bwMode="auto">
          <a:xfrm rot="0" flipH="0" flipV="0">
            <a:off x="406398" y="1803399"/>
            <a:ext cx="3657600" cy="1015999"/>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lang="it-IT" sz="1800" b="1" i="0" u="none" strike="noStrike" cap="none" spc="0">
                <a:solidFill>
                  <a:schemeClr val="bg1"/>
                </a:solidFill>
                <a:latin typeface="Liberation Sans"/>
                <a:ea typeface="Liberation Sans"/>
                <a:cs typeface="Liberation Sans"/>
              </a:rPr>
              <a:t>Lorem ipsum dolor sit amet</a:t>
            </a:r>
            <a:endParaRPr>
              <a:solidFill>
                <a:schemeClr val="bg1"/>
              </a:solidFill>
              <a:latin typeface="Liberation Sans"/>
              <a:cs typeface="Liberation Sans"/>
            </a:endParaRPr>
          </a:p>
        </p:txBody>
      </p:sp>
      <p:sp>
        <p:nvSpPr>
          <p:cNvPr id="1121890905" name="news_1"/>
          <p:cNvSpPr/>
          <p:nvPr/>
        </p:nvSpPr>
        <p:spPr bwMode="auto">
          <a:xfrm rot="0" flipH="0" flipV="0">
            <a:off x="406398" y="2819399"/>
            <a:ext cx="3657600" cy="3251197"/>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t" anchorCtr="0" forceAA="0" upright="0" compatLnSpc="0"/>
          <a:p>
            <a:pPr algn="l">
              <a:defRPr/>
            </a:pPr>
            <a:r>
              <a:rPr lang="it-IT" sz="1600" b="0" i="0" u="none" strike="noStrike" cap="none" spc="0">
                <a:solidFill>
                  <a:schemeClr val="tx1"/>
                </a:solidFill>
                <a:latin typeface="Liberation Sans"/>
                <a:ea typeface="Liberation Sans"/>
                <a:cs typeface="Liberation Sans"/>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a:t>
            </a:r>
            <a:endParaRPr sz="1600">
              <a:solidFill>
                <a:schemeClr val="tx1"/>
              </a:solidFill>
              <a:latin typeface="Liberation Sans"/>
              <a:cs typeface="Liberation Sans"/>
            </a:endParaRPr>
          </a:p>
        </p:txBody>
      </p:sp>
      <p:sp>
        <p:nvSpPr>
          <p:cNvPr id="201742281" name="news_name_2"/>
          <p:cNvSpPr/>
          <p:nvPr/>
        </p:nvSpPr>
        <p:spPr bwMode="auto">
          <a:xfrm rot="0" flipH="0" flipV="0">
            <a:off x="4267198" y="1803399"/>
            <a:ext cx="3657599" cy="1016000"/>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lang="it-IT" sz="1800" b="1" i="0" u="none" strike="noStrike" cap="none" spc="0">
                <a:solidFill>
                  <a:schemeClr val="bg1"/>
                </a:solidFill>
                <a:latin typeface="Liberation Sans"/>
                <a:ea typeface="Liberation Sans"/>
                <a:cs typeface="Liberation Sans"/>
              </a:rPr>
              <a:t>Lorem ipsum dolor sit amet</a:t>
            </a:r>
            <a:endParaRPr>
              <a:solidFill>
                <a:schemeClr val="bg1"/>
              </a:solidFill>
              <a:latin typeface="Liberation Sans"/>
              <a:cs typeface="Liberation Sans"/>
            </a:endParaRPr>
          </a:p>
        </p:txBody>
      </p:sp>
      <p:sp>
        <p:nvSpPr>
          <p:cNvPr id="263475843" name="news_2"/>
          <p:cNvSpPr/>
          <p:nvPr/>
        </p:nvSpPr>
        <p:spPr bwMode="auto">
          <a:xfrm rot="0" flipH="0" flipV="0">
            <a:off x="4267198" y="2819399"/>
            <a:ext cx="3657600" cy="3251197"/>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t" anchorCtr="0" forceAA="0" upright="0" compatLnSpc="0"/>
          <a:p>
            <a:pPr>
              <a:defRPr/>
            </a:pPr>
            <a:r>
              <a:rPr lang="it-IT" sz="1600" b="0" i="0" u="none" strike="noStrike" cap="none" spc="0">
                <a:solidFill>
                  <a:schemeClr val="tx1"/>
                </a:solidFill>
                <a:latin typeface="Liberation Sans"/>
                <a:ea typeface="Liberation Sans"/>
                <a:cs typeface="Liberation Sans"/>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a:t>
            </a:r>
            <a:endParaRPr>
              <a:solidFill>
                <a:schemeClr val="tx1"/>
              </a:solidFill>
              <a:latin typeface="Liberation Sans"/>
              <a:cs typeface="Liberation Sans"/>
            </a:endParaRPr>
          </a:p>
        </p:txBody>
      </p:sp>
      <p:sp>
        <p:nvSpPr>
          <p:cNvPr id="22942487" name="news_name_3"/>
          <p:cNvSpPr/>
          <p:nvPr/>
        </p:nvSpPr>
        <p:spPr bwMode="auto">
          <a:xfrm rot="0" flipH="0" flipV="0">
            <a:off x="8127999" y="1803399"/>
            <a:ext cx="3657597" cy="1015999"/>
          </a:xfrm>
          <a:prstGeom prst="rect">
            <a:avLst/>
          </a:prstGeom>
          <a:gradFill>
            <a:gsLst>
              <a:gs pos="0">
                <a:schemeClr val="tx1"/>
              </a:gs>
              <a:gs pos="100000">
                <a:schemeClr val="tx1">
                  <a:lumMod val="65000"/>
                  <a:lumOff val="3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lang="it-IT" sz="1800" b="1" i="0" u="none" strike="noStrike" cap="none" spc="0">
                <a:solidFill>
                  <a:schemeClr val="bg1"/>
                </a:solidFill>
                <a:latin typeface="Liberation Sans"/>
                <a:ea typeface="Liberation Sans"/>
                <a:cs typeface="Liberation Sans"/>
              </a:rPr>
              <a:t>Lorem ipsum dolor sit amet</a:t>
            </a:r>
            <a:endParaRPr>
              <a:solidFill>
                <a:schemeClr val="bg1"/>
              </a:solidFill>
              <a:latin typeface="Liberation Sans"/>
              <a:cs typeface="Liberation Sans"/>
            </a:endParaRPr>
          </a:p>
        </p:txBody>
      </p:sp>
      <p:sp>
        <p:nvSpPr>
          <p:cNvPr id="907737130" name="news_3"/>
          <p:cNvSpPr/>
          <p:nvPr/>
        </p:nvSpPr>
        <p:spPr bwMode="auto">
          <a:xfrm rot="0" flipH="0" flipV="0">
            <a:off x="8127999" y="2819399"/>
            <a:ext cx="3657597" cy="3251197"/>
          </a:xfrm>
          <a:prstGeom prst="rect">
            <a:avLst/>
          </a:prstGeom>
          <a:gradFill>
            <a:gsLst>
              <a:gs pos="0">
                <a:schemeClr val="bg1"/>
              </a:gs>
              <a:gs pos="100000">
                <a:schemeClr val="bg1">
                  <a:lumMod val="85000"/>
                </a:schemeClr>
              </a:gs>
            </a:gsLst>
            <a:lin ang="2700000" scaled="1"/>
          </a:gradFill>
          <a:ln w="12700" cap="flat" cmpd="sng" algn="ctr">
            <a:solidFill>
              <a:schemeClr val="tx1"/>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t" anchorCtr="0" forceAA="0" upright="0" compatLnSpc="0"/>
          <a:p>
            <a:pPr algn="l">
              <a:defRPr/>
            </a:pPr>
            <a:r>
              <a:rPr lang="it-IT" sz="1600" b="0" i="0" u="none" strike="noStrike" cap="none" spc="0">
                <a:solidFill>
                  <a:schemeClr val="tx1"/>
                </a:solidFill>
                <a:latin typeface="Liberation Sans"/>
                <a:ea typeface="Liberation Sans"/>
                <a:cs typeface="Liberation Sans"/>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a:t>
            </a:r>
            <a:endParaRPr sz="1600">
              <a:solidFill>
                <a:schemeClr val="tx1"/>
              </a:solidFill>
              <a:latin typeface="Liberation Sans"/>
              <a:cs typeface="Liberation San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Marquee">
      <a:dk1>
        <a:srgbClr val="000000"/>
      </a:dk1>
      <a:lt1>
        <a:srgbClr val="FFFFFF"/>
      </a:lt1>
      <a:dk2>
        <a:srgbClr val="5E5E5E"/>
      </a:dk2>
      <a:lt2>
        <a:srgbClr val="DDDDDD"/>
      </a:lt2>
      <a:accent1>
        <a:srgbClr val="418AB3"/>
      </a:accent1>
      <a:accent2>
        <a:srgbClr val="A6B727"/>
      </a:accent2>
      <a:accent3>
        <a:srgbClr val="F69200"/>
      </a:accent3>
      <a:accent4>
        <a:srgbClr val="838383"/>
      </a:accent4>
      <a:accent5>
        <a:srgbClr val="FEC306"/>
      </a:accent5>
      <a:accent6>
        <a:srgbClr val="DF5327"/>
      </a:accent6>
      <a:hlink>
        <a:srgbClr val="F59E00"/>
      </a:hlink>
      <a:folHlink>
        <a:srgbClr val="B2B2B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raClrScheme>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extraClrScheme>
  </a:extraClrSchemeLst>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ONLYOFFICE/9.4.0.129</Application>
  <PresentationFormat>On-screen Show (4:3)</PresentationFormat>
  <Paragraphs>0</Paragraphs>
  <Slides>5</Slides>
  <Notes>5</Notes>
  <HiddenSlides>0</HiddenSlides>
  <MMClips>2</MMClips>
  <ScaleCrop>0</ScaleCrop>
  <HeadingPairs>
    <vt:vector size="4" baseType="variant">
      <vt:variant>
        <vt:lpstr>Theme</vt:lpstr>
      </vt:variant>
      <vt:variant>
        <vt:i4>1</vt:i4>
      </vt:variant>
      <vt:variant>
        <vt:lpstr>Slide Titles</vt:lpstr>
      </vt:variant>
      <vt:variant>
        <vt:i4>5</vt:i4>
      </vt:variant>
    </vt:vector>
  </HeadingPairs>
  <TitlesOfParts>
    <vt:vector size="6" baseType="lpstr">
      <vt:lpstr>Theme 1</vt:lpstr>
      <vt:lpstr>Slide 1</vt:lpstr>
      <vt:lpstr>Slide 2</vt:lpstr>
      <vt:lpstr>Slide 3</vt:lpstr>
      <vt:lpstr>Slide 4</vt:lpstr>
      <vt:lpstr>Slide 5</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40</cp:revision>
  <dcterms:modified xsi:type="dcterms:W3CDTF">2026-08-11T21:01:38Z</dcterms:modified>
</cp:coreProperties>
</file>