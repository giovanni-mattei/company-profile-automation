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5.xml" ContentType="application/vnd.openxmlformats-officedocument.presentationml.notes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slideLayouts/slideLayout2.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showSpecialPlsOnTitleSld="0">
  <p:sldMasterIdLst>
    <p:sldMasterId id="2147483648" r:id="rId1"/>
  </p:sldMasterIdLst>
  <p:notesMasterIdLst>
    <p:notesMasterId r:id="rId9"/>
  </p:notesMasterIdLst>
  <p:sldIdLst>
    <p:sldId id="256" r:id="rId4"/>
    <p:sldId id="257" r:id="rId5"/>
    <p:sldId id="258" r:id="rId6"/>
    <p:sldId id="259" r:id="rId7"/>
    <p:sldId id="260" r:id="rId8"/>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1">
      <p:cViewPr varScale="1">
        <p:scale>
          <a:sx n="100" d="100"/>
          <a:sy n="100" d="100"/>
        </p:scale>
        <p:origin x="378" y="90"/>
      </p:cViewPr>
      <p:guideLst>
        <p:guide pos="3840"/>
        <p:guide pos="2160" orient="horz"/>
      </p:guideLst>
    </p:cSldViewPr>
  </p:slideViewPr>
  <p:gridSpacing cx="203200" cy="203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notesMaster" Target="notesMasters/notesMaster1.xml"/><Relationship Id="rId10" Type="http://schemas.openxmlformats.org/officeDocument/2006/relationships/presProps" Target="presProps.xml" /><Relationship Id="rId11" Type="http://schemas.openxmlformats.org/officeDocument/2006/relationships/tableStyles" Target="tableStyles.xml" /><Relationship Id="rId1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986120398"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492915702"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en-US"/>
              <a:t>10/30/2013</a:t>
            </a:fld>
            <a:endParaRPr lang="en-US"/>
          </a:p>
        </p:txBody>
      </p:sp>
      <p:sp>
        <p:nvSpPr>
          <p:cNvPr id="47906238"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401955108"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958089075"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070105755"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en-US"/>
              <a:t>‹#›</a:t>
            </a:fld>
            <a:endParaRPr lang="en-US"/>
          </a:p>
        </p:txBody>
      </p:sp>
    </p:spTree>
  </p:cSld>
  <p:clrMap bg1="lt1" tx1="dk1" bg2="lt2" tx2="dk2" accent1="accent1" accent2="accent2" accent3="accent3" accent4="accent4" accent5="accent5" accent6="accent6" hlink="hlink" folHlink="folHlink"/>
  <p:hf dt="0" ftr="0" hdr="0" sldNum="1"/>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60932639" name="Slide Image Placeholder 1"/>
          <p:cNvSpPr>
            <a:spLocks noChangeAspect="1" noGrp="1" noRot="1"/>
          </p:cNvSpPr>
          <p:nvPr>
            <p:ph type="sldImg"/>
          </p:nvPr>
        </p:nvSpPr>
        <p:spPr bwMode="auto">
          <a:xfrm>
            <a:off x="685800" y="1143000"/>
            <a:ext cx="5486400" cy="3086100"/>
          </a:xfrm>
        </p:spPr>
      </p:sp>
      <p:sp>
        <p:nvSpPr>
          <p:cNvPr id="1910425034" name="Notes Placeholder 2"/>
          <p:cNvSpPr>
            <a:spLocks noGrp="1"/>
          </p:cNvSpPr>
          <p:nvPr>
            <p:ph type="body" idx="1"/>
          </p:nvPr>
        </p:nvSpPr>
        <p:spPr bwMode="auto"/>
        <p:txBody>
          <a:bodyPr/>
          <a:lstStyle/>
          <a:p>
            <a:pPr>
              <a:defRPr/>
            </a:pPr>
            <a:endParaRPr lang="en-US">
              <a:latin typeface="Arial"/>
              <a:cs typeface="Arial"/>
            </a:endParaRPr>
          </a:p>
        </p:txBody>
      </p:sp>
      <p:sp>
        <p:nvSpPr>
          <p:cNvPr id="449028338" name="Slide Number Placeholder 3"/>
          <p:cNvSpPr>
            <a:spLocks noGrp="1"/>
          </p:cNvSpPr>
          <p:nvPr>
            <p:ph type="sldNum" sz="quarter" idx="10"/>
          </p:nvPr>
        </p:nvSpPr>
        <p:spPr bwMode="auto"/>
        <p:txBody>
          <a:bodyPr/>
          <a:lstStyle/>
          <a:p>
            <a:pPr>
              <a:defRPr/>
            </a:pPr>
            <a:fld id="{2E6999B8-B6B4-4561-A3CD-BBCDAB9FC9D9}"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7255475" name="Slide Image Placeholder 1"/>
          <p:cNvSpPr>
            <a:spLocks noChangeAspect="1" noGrp="1" noRot="1"/>
          </p:cNvSpPr>
          <p:nvPr>
            <p:ph type="sldImg"/>
          </p:nvPr>
        </p:nvSpPr>
        <p:spPr bwMode="auto"/>
      </p:sp>
      <p:sp>
        <p:nvSpPr>
          <p:cNvPr id="170307319" name="Notes Placeholder 2"/>
          <p:cNvSpPr>
            <a:spLocks noGrp="1"/>
          </p:cNvSpPr>
          <p:nvPr>
            <p:ph type="body" idx="1"/>
          </p:nvPr>
        </p:nvSpPr>
        <p:spPr bwMode="auto"/>
        <p:txBody>
          <a:bodyPr/>
          <a:lstStyle/>
          <a:p>
            <a:pPr>
              <a:defRPr/>
            </a:pPr>
            <a:endParaRPr/>
          </a:p>
        </p:txBody>
      </p:sp>
      <p:sp>
        <p:nvSpPr>
          <p:cNvPr id="308038541" name="Slide Number Placeholder 3"/>
          <p:cNvSpPr>
            <a:spLocks noGrp="1"/>
          </p:cNvSpPr>
          <p:nvPr>
            <p:ph type="sldNum" sz="quarter" idx="10"/>
          </p:nvPr>
        </p:nvSpPr>
        <p:spPr bwMode="auto"/>
        <p:txBody>
          <a:bodyPr/>
          <a:lstStyle/>
          <a:p>
            <a:pPr>
              <a:defRPr/>
            </a:pPr>
            <a:fld id="{9182EF0A-A771-ECF1-0FFC-8586B359D997}"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037060" name="Slide Image Placeholder 1"/>
          <p:cNvSpPr>
            <a:spLocks noChangeAspect="1" noGrp="1" noRot="1"/>
          </p:cNvSpPr>
          <p:nvPr>
            <p:ph type="sldImg"/>
          </p:nvPr>
        </p:nvSpPr>
        <p:spPr bwMode="auto"/>
      </p:sp>
      <p:sp>
        <p:nvSpPr>
          <p:cNvPr id="1443622122" name="Notes Placeholder 2"/>
          <p:cNvSpPr>
            <a:spLocks noGrp="1"/>
          </p:cNvSpPr>
          <p:nvPr>
            <p:ph type="body" idx="1"/>
          </p:nvPr>
        </p:nvSpPr>
        <p:spPr bwMode="auto"/>
        <p:txBody>
          <a:bodyPr/>
          <a:lstStyle/>
          <a:p>
            <a:pPr>
              <a:defRPr/>
            </a:pPr>
            <a:endParaRPr/>
          </a:p>
        </p:txBody>
      </p:sp>
      <p:sp>
        <p:nvSpPr>
          <p:cNvPr id="992497594" name="Slide Number Placeholder 3"/>
          <p:cNvSpPr>
            <a:spLocks noGrp="1"/>
          </p:cNvSpPr>
          <p:nvPr>
            <p:ph type="sldNum" sz="quarter" idx="10"/>
          </p:nvPr>
        </p:nvSpPr>
        <p:spPr bwMode="auto"/>
        <p:txBody>
          <a:bodyPr/>
          <a:lstStyle/>
          <a:p>
            <a:pPr>
              <a:defRPr/>
            </a:pPr>
            <a:fld id="{A9FDA3FF-A8CC-A44C-6F82-C6C2382F685E}"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02043561" name="Slide Image Placeholder 1"/>
          <p:cNvSpPr>
            <a:spLocks noChangeAspect="1" noGrp="1" noRot="1"/>
          </p:cNvSpPr>
          <p:nvPr>
            <p:ph type="sldImg"/>
          </p:nvPr>
        </p:nvSpPr>
        <p:spPr bwMode="auto"/>
      </p:sp>
      <p:sp>
        <p:nvSpPr>
          <p:cNvPr id="310392876" name="Notes Placeholder 2"/>
          <p:cNvSpPr>
            <a:spLocks noGrp="1"/>
          </p:cNvSpPr>
          <p:nvPr>
            <p:ph type="body" idx="1"/>
          </p:nvPr>
        </p:nvSpPr>
        <p:spPr bwMode="auto"/>
        <p:txBody>
          <a:bodyPr/>
          <a:lstStyle/>
          <a:p>
            <a:pPr>
              <a:defRPr/>
            </a:pPr>
            <a:endParaRPr/>
          </a:p>
        </p:txBody>
      </p:sp>
      <p:sp>
        <p:nvSpPr>
          <p:cNvPr id="1373502679" name="Slide Number Placeholder 3"/>
          <p:cNvSpPr>
            <a:spLocks noGrp="1"/>
          </p:cNvSpPr>
          <p:nvPr>
            <p:ph type="sldNum" sz="quarter" idx="10"/>
          </p:nvPr>
        </p:nvSpPr>
        <p:spPr bwMode="auto"/>
        <p:txBody>
          <a:bodyPr/>
          <a:lstStyle/>
          <a:p>
            <a:pPr>
              <a:defRPr/>
            </a:pPr>
            <a:fld id="{2C79BD58-2C2A-2DD2-AD6D-7237FB36A47F}"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21533688" name="Slide Image Placeholder 1"/>
          <p:cNvSpPr>
            <a:spLocks noChangeAspect="1" noGrp="1" noRot="1"/>
          </p:cNvSpPr>
          <p:nvPr>
            <p:ph type="sldImg"/>
          </p:nvPr>
        </p:nvSpPr>
        <p:spPr bwMode="auto"/>
      </p:sp>
      <p:sp>
        <p:nvSpPr>
          <p:cNvPr id="644205523" name="Notes Placeholder 2"/>
          <p:cNvSpPr>
            <a:spLocks noGrp="1"/>
          </p:cNvSpPr>
          <p:nvPr>
            <p:ph type="body" idx="1"/>
          </p:nvPr>
        </p:nvSpPr>
        <p:spPr bwMode="auto"/>
        <p:txBody>
          <a:bodyPr/>
          <a:lstStyle/>
          <a:p>
            <a:pPr>
              <a:defRPr/>
            </a:pPr>
            <a:endParaRPr/>
          </a:p>
        </p:txBody>
      </p:sp>
      <p:sp>
        <p:nvSpPr>
          <p:cNvPr id="671498966" name="Slide Number Placeholder 3"/>
          <p:cNvSpPr>
            <a:spLocks noGrp="1"/>
          </p:cNvSpPr>
          <p:nvPr>
            <p:ph type="sldNum" sz="quarter" idx="10"/>
          </p:nvPr>
        </p:nvSpPr>
        <p:spPr bwMode="auto"/>
        <p:txBody>
          <a:bodyPr/>
          <a:lstStyle/>
          <a:p>
            <a:pPr>
              <a:defRPr/>
            </a:pPr>
            <a:fld id="{11ADC0F5-3AD5-6105-20E7-E3714E5B283A}"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bg>
      <p:bgPr shadeToTitle="0">
        <a:gradFill>
          <a:gsLst>
            <a:gs pos="0">
              <a:schemeClr val="bg1"/>
            </a:gs>
            <a:gs pos="100000">
              <a:schemeClr val="bg1">
                <a:lumMod val="85000"/>
              </a:schemeClr>
            </a:gs>
          </a:gsLst>
          <a:lin ang="2700000" scaled="1"/>
        </a:gradFill>
      </p:bgPr>
    </p:bg>
    <p:spTree>
      <p:nvGrpSpPr>
        <p:cNvPr id="1" name=""/>
        <p:cNvGrpSpPr/>
        <p:nvPr/>
      </p:nvGrpSpPr>
      <p:grpSpPr bwMode="auto">
        <a:xfrm>
          <a:off x="0" y="0"/>
          <a:ext cx="0" cy="0"/>
          <a:chOff x="0" y="0"/>
          <a:chExt cx="0" cy="0"/>
        </a:xfrm>
      </p:grpSpPr>
      <p:sp>
        <p:nvSpPr>
          <p:cNvPr id="700301250" name="Rectangle 1245485961"/>
          <p:cNvSpPr/>
          <p:nvPr/>
        </p:nvSpPr>
        <p:spPr bwMode="auto">
          <a:xfrm rot="0" flipH="0" flipV="0">
            <a:off x="0" y="-25398"/>
            <a:ext cx="4063999" cy="6908797"/>
          </a:xfrm>
          <a:prstGeom prst="rect">
            <a:avLst/>
          </a:prstGeom>
          <a:gradFill>
            <a:gsLst>
              <a:gs pos="0">
                <a:schemeClr val="tx1"/>
              </a:gs>
              <a:gs pos="100000">
                <a:schemeClr val="tx1">
                  <a:lumMod val="65000"/>
                  <a:lumOff val="35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Aptos Narrow"/>
              <a:cs typeface="Aptos Narrow"/>
            </a:endParaRPr>
          </a:p>
        </p:txBody>
      </p:sp>
      <p:cxnSp>
        <p:nvCxnSpPr>
          <p:cNvPr id="1072396912" name=""/>
          <p:cNvCxnSpPr/>
          <p:nvPr/>
        </p:nvCxnSpPr>
        <p:spPr bwMode="auto">
          <a:xfrm flipH="0" flipV="0">
            <a:off x="4267197" y="3631860"/>
            <a:ext cx="6705597" cy="339"/>
          </a:xfrm>
          <a:prstGeom prst="line">
            <a:avLst/>
          </a:prstGeom>
          <a:ln w="381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5540775" name="Title 1"/>
          <p:cNvSpPr>
            <a:spLocks noGrp="1"/>
          </p:cNvSpPr>
          <p:nvPr>
            <p:ph type="ctrTitle"/>
          </p:nvPr>
        </p:nvSpPr>
        <p:spPr bwMode="auto">
          <a:xfrm flipH="0" flipV="0">
            <a:off x="4267197" y="1803399"/>
            <a:ext cx="6705597" cy="1625598"/>
          </a:xfrm>
        </p:spPr>
        <p:txBody>
          <a:bodyPr anchor="b"/>
          <a:lstStyle>
            <a:lvl1pPr algn="l">
              <a:defRPr sz="4800" b="1">
                <a:solidFill>
                  <a:schemeClr val="tx1"/>
                </a:solidFill>
                <a:latin typeface="Aptos Narrow"/>
                <a:ea typeface="Aptos Narrow"/>
                <a:cs typeface="Aptos Narrow"/>
              </a:defRPr>
            </a:lvl1pPr>
            <a:lvl2pPr algn="l">
              <a:defRPr sz="4800" b="1">
                <a:solidFill>
                  <a:schemeClr val="tx1"/>
                </a:solidFill>
                <a:latin typeface="Aptos Narrow"/>
                <a:ea typeface="Aptos Narrow"/>
                <a:cs typeface="Aptos Narrow"/>
              </a:defRPr>
            </a:lvl2pPr>
            <a:lvl3pPr algn="l">
              <a:defRPr sz="4800" b="1">
                <a:solidFill>
                  <a:schemeClr val="tx1"/>
                </a:solidFill>
                <a:latin typeface="Aptos Narrow"/>
                <a:ea typeface="Aptos Narrow"/>
                <a:cs typeface="Aptos Narrow"/>
              </a:defRPr>
            </a:lvl3pPr>
            <a:lvl4pPr algn="l">
              <a:defRPr sz="4800" b="1">
                <a:solidFill>
                  <a:schemeClr val="tx1"/>
                </a:solidFill>
                <a:latin typeface="Aptos Narrow"/>
                <a:ea typeface="Aptos Narrow"/>
                <a:cs typeface="Aptos Narrow"/>
              </a:defRPr>
            </a:lvl4pPr>
            <a:lvl5pPr algn="l">
              <a:defRPr sz="4800" b="1">
                <a:solidFill>
                  <a:schemeClr val="tx1"/>
                </a:solidFill>
                <a:latin typeface="Aptos Narrow"/>
                <a:ea typeface="Aptos Narrow"/>
                <a:cs typeface="Aptos Narrow"/>
              </a:defRPr>
            </a:lvl5pPr>
            <a:lvl6pPr algn="l">
              <a:defRPr sz="4800" b="1">
                <a:solidFill>
                  <a:schemeClr val="tx1"/>
                </a:solidFill>
                <a:latin typeface="Aptos Narrow"/>
                <a:ea typeface="Aptos Narrow"/>
                <a:cs typeface="Aptos Narrow"/>
              </a:defRPr>
            </a:lvl6pPr>
            <a:lvl7pPr algn="l">
              <a:defRPr sz="4800" b="1">
                <a:solidFill>
                  <a:schemeClr val="tx1"/>
                </a:solidFill>
                <a:latin typeface="Aptos Narrow"/>
                <a:ea typeface="Aptos Narrow"/>
                <a:cs typeface="Aptos Narrow"/>
              </a:defRPr>
            </a:lvl7pPr>
            <a:lvl8pPr algn="l">
              <a:defRPr sz="4800" b="1">
                <a:solidFill>
                  <a:schemeClr val="tx1"/>
                </a:solidFill>
                <a:latin typeface="Aptos Narrow"/>
                <a:ea typeface="Aptos Narrow"/>
                <a:cs typeface="Aptos Narrow"/>
              </a:defRPr>
            </a:lvl8pPr>
            <a:lvl9pPr algn="l">
              <a:defRPr sz="4800" b="1">
                <a:solidFill>
                  <a:schemeClr val="tx1"/>
                </a:solidFill>
                <a:latin typeface="Aptos Narrow"/>
                <a:ea typeface="Aptos Narrow"/>
                <a:cs typeface="Aptos Narrow"/>
              </a:defRPr>
            </a:lvl9pPr>
          </a:lstStyle>
          <a:p>
            <a:pPr>
              <a:defRPr/>
            </a:pPr>
            <a:r>
              <a:rPr lang="en-US"/>
              <a:t>Click to edit Master title style</a:t>
            </a:r>
            <a:endParaRPr lang="en-US"/>
          </a:p>
        </p:txBody>
      </p:sp>
      <p:sp>
        <p:nvSpPr>
          <p:cNvPr id="679497811" name="Subtitle 2"/>
          <p:cNvSpPr>
            <a:spLocks noGrp="1"/>
          </p:cNvSpPr>
          <p:nvPr>
            <p:ph type="subTitle" idx="1"/>
          </p:nvPr>
        </p:nvSpPr>
        <p:spPr bwMode="auto">
          <a:xfrm flipH="0" flipV="0">
            <a:off x="4267197" y="3835397"/>
            <a:ext cx="6705597" cy="1625598"/>
          </a:xfrm>
        </p:spPr>
        <p:txBody>
          <a:bodyPr/>
          <a:lstStyle>
            <a:lvl1pPr marL="0" indent="0" algn="l">
              <a:buNone/>
              <a:defRPr sz="2800">
                <a:solidFill>
                  <a:schemeClr val="tx1"/>
                </a:solidFill>
                <a:latin typeface="Aptos Narrow"/>
                <a:ea typeface="Aptos Narrow"/>
                <a:cs typeface="Aptos Narrow"/>
              </a:defRPr>
            </a:lvl1pPr>
            <a:lvl2pPr marL="457200" indent="0" algn="l">
              <a:buNone/>
              <a:defRPr sz="2800">
                <a:solidFill>
                  <a:schemeClr val="tx1"/>
                </a:solidFill>
                <a:latin typeface="Aptos Narrow"/>
                <a:ea typeface="Aptos Narrow"/>
                <a:cs typeface="Aptos Narrow"/>
              </a:defRPr>
            </a:lvl2pPr>
            <a:lvl3pPr marL="914400" indent="0" algn="l">
              <a:buNone/>
              <a:defRPr sz="2800">
                <a:solidFill>
                  <a:schemeClr val="tx1"/>
                </a:solidFill>
                <a:latin typeface="Aptos Narrow"/>
                <a:ea typeface="Aptos Narrow"/>
                <a:cs typeface="Aptos Narrow"/>
              </a:defRPr>
            </a:lvl3pPr>
            <a:lvl4pPr marL="1371600" indent="0" algn="l">
              <a:buNone/>
              <a:defRPr sz="2800">
                <a:solidFill>
                  <a:schemeClr val="tx1"/>
                </a:solidFill>
                <a:latin typeface="Aptos Narrow"/>
                <a:ea typeface="Aptos Narrow"/>
                <a:cs typeface="Aptos Narrow"/>
              </a:defRPr>
            </a:lvl4pPr>
            <a:lvl5pPr marL="1828800" indent="0" algn="l">
              <a:buNone/>
              <a:defRPr sz="2800">
                <a:solidFill>
                  <a:schemeClr val="tx1"/>
                </a:solidFill>
                <a:latin typeface="Aptos Narrow"/>
                <a:ea typeface="Aptos Narrow"/>
                <a:cs typeface="Aptos Narrow"/>
              </a:defRPr>
            </a:lvl5pPr>
            <a:lvl6pPr marL="2286000" indent="0" algn="l">
              <a:buNone/>
              <a:defRPr sz="2800">
                <a:solidFill>
                  <a:schemeClr val="tx1"/>
                </a:solidFill>
                <a:latin typeface="Aptos Narrow"/>
                <a:ea typeface="Aptos Narrow"/>
                <a:cs typeface="Aptos Narrow"/>
              </a:defRPr>
            </a:lvl6pPr>
            <a:lvl7pPr marL="2743200" indent="0" algn="l">
              <a:buNone/>
              <a:defRPr sz="2800">
                <a:solidFill>
                  <a:schemeClr val="tx1"/>
                </a:solidFill>
                <a:latin typeface="Aptos Narrow"/>
                <a:ea typeface="Aptos Narrow"/>
                <a:cs typeface="Aptos Narrow"/>
              </a:defRPr>
            </a:lvl7pPr>
            <a:lvl8pPr marL="3200400" indent="0" algn="l">
              <a:buNone/>
              <a:defRPr sz="2800">
                <a:solidFill>
                  <a:schemeClr val="tx1"/>
                </a:solidFill>
                <a:latin typeface="Aptos Narrow"/>
                <a:ea typeface="Aptos Narrow"/>
                <a:cs typeface="Aptos Narrow"/>
              </a:defRPr>
            </a:lvl8pPr>
            <a:lvl9pPr marL="3657600" indent="0" algn="l">
              <a:buNone/>
              <a:defRPr sz="2800">
                <a:solidFill>
                  <a:schemeClr val="tx1"/>
                </a:solidFill>
                <a:latin typeface="Aptos Narrow"/>
                <a:ea typeface="Aptos Narrow"/>
                <a:cs typeface="Aptos Narrow"/>
              </a:defRPr>
            </a:lvl9pPr>
          </a:lstStyle>
          <a:p>
            <a:pPr>
              <a:defRPr/>
            </a:pPr>
            <a:r>
              <a:rPr lang="en-US"/>
              <a:t>Click to edit Master subtitle style</a:t>
            </a: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431267400" name="Title 1"/>
          <p:cNvSpPr>
            <a:spLocks noGrp="1"/>
          </p:cNvSpPr>
          <p:nvPr>
            <p:ph type="title"/>
          </p:nvPr>
        </p:nvSpPr>
        <p:spPr bwMode="auto">
          <a:xfrm flipH="0" flipV="0">
            <a:off x="406399" y="177798"/>
            <a:ext cx="11379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1"/>
                </a:solidFill>
                <a:latin typeface="Aptos Narrow"/>
                <a:ea typeface="Aptos Narrow"/>
                <a:cs typeface="Aptos Narrow"/>
              </a:defRPr>
            </a:lvl1pPr>
            <a:lvl2pPr>
              <a:defRPr sz="2400" b="1">
                <a:solidFill>
                  <a:schemeClr val="tx1"/>
                </a:solidFill>
                <a:latin typeface="Aptos Narrow"/>
                <a:ea typeface="Aptos Narrow"/>
                <a:cs typeface="Aptos Narrow"/>
              </a:defRPr>
            </a:lvl2pPr>
            <a:lvl3pPr>
              <a:defRPr sz="2400" b="1">
                <a:solidFill>
                  <a:schemeClr val="tx1"/>
                </a:solidFill>
                <a:latin typeface="Aptos Narrow"/>
                <a:ea typeface="Aptos Narrow"/>
                <a:cs typeface="Aptos Narrow"/>
              </a:defRPr>
            </a:lvl3pPr>
            <a:lvl4pPr>
              <a:defRPr sz="2400" b="1">
                <a:solidFill>
                  <a:schemeClr val="tx1"/>
                </a:solidFill>
                <a:latin typeface="Aptos Narrow"/>
                <a:ea typeface="Aptos Narrow"/>
                <a:cs typeface="Aptos Narrow"/>
              </a:defRPr>
            </a:lvl4pPr>
            <a:lvl5pPr>
              <a:defRPr sz="2400" b="1">
                <a:solidFill>
                  <a:schemeClr val="tx1"/>
                </a:solidFill>
                <a:latin typeface="Aptos Narrow"/>
                <a:ea typeface="Aptos Narrow"/>
                <a:cs typeface="Aptos Narrow"/>
              </a:defRPr>
            </a:lvl5pPr>
            <a:lvl6pPr>
              <a:defRPr sz="2400" b="1">
                <a:solidFill>
                  <a:schemeClr val="tx1"/>
                </a:solidFill>
                <a:latin typeface="Aptos Narrow"/>
                <a:ea typeface="Aptos Narrow"/>
                <a:cs typeface="Aptos Narrow"/>
              </a:defRPr>
            </a:lvl6pPr>
            <a:lvl7pPr>
              <a:defRPr sz="2400" b="1">
                <a:solidFill>
                  <a:schemeClr val="tx1"/>
                </a:solidFill>
                <a:latin typeface="Aptos Narrow"/>
                <a:ea typeface="Aptos Narrow"/>
                <a:cs typeface="Aptos Narrow"/>
              </a:defRPr>
            </a:lvl7pPr>
            <a:lvl8pPr>
              <a:defRPr sz="2400" b="1">
                <a:solidFill>
                  <a:schemeClr val="tx1"/>
                </a:solidFill>
                <a:latin typeface="Aptos Narrow"/>
                <a:ea typeface="Aptos Narrow"/>
                <a:cs typeface="Aptos Narrow"/>
              </a:defRPr>
            </a:lvl8pPr>
            <a:lvl9pPr>
              <a:defRPr sz="2400" b="1">
                <a:solidFill>
                  <a:schemeClr val="tx1"/>
                </a:solidFill>
                <a:latin typeface="Aptos Narrow"/>
                <a:ea typeface="Aptos Narrow"/>
                <a:cs typeface="Aptos Narrow"/>
              </a:defRPr>
            </a:lvl9pPr>
          </a:lstStyle>
          <a:p>
            <a:pPr>
              <a:defRPr/>
            </a:pPr>
            <a:r>
              <a:rPr lang="en-US"/>
              <a:t>Click to edit Master title style</a:t>
            </a:r>
            <a:endParaRPr lang="en-US"/>
          </a:p>
        </p:txBody>
      </p:sp>
      <p:cxnSp>
        <p:nvCxnSpPr>
          <p:cNvPr id="1717485862" name=""/>
          <p:cNvCxnSpPr/>
          <p:nvPr/>
        </p:nvCxnSpPr>
        <p:spPr bwMode="auto">
          <a:xfrm flipH="0" flipV="0">
            <a:off x="406399" y="990599"/>
            <a:ext cx="11379199" cy="0"/>
          </a:xfrm>
          <a:prstGeom prst="line">
            <a:avLst/>
          </a:prstGeom>
          <a:ln w="190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01515744"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lumMod val="65000"/>
                    <a:lumOff val="35000"/>
                  </a:schemeClr>
                </a:solidFill>
                <a:latin typeface="Aptos Narrow"/>
                <a:ea typeface="Aptos Narrow"/>
                <a:cs typeface="Aptos Narrow"/>
              </a:defRPr>
            </a:lvl1pPr>
            <a:lvl2pPr algn="l">
              <a:defRPr>
                <a:solidFill>
                  <a:schemeClr val="tx1">
                    <a:lumMod val="65000"/>
                    <a:lumOff val="35000"/>
                  </a:schemeClr>
                </a:solidFill>
                <a:latin typeface="Aptos Narrow"/>
                <a:ea typeface="Aptos Narrow"/>
                <a:cs typeface="Aptos Narrow"/>
              </a:defRPr>
            </a:lvl2pPr>
            <a:lvl3pPr algn="l">
              <a:defRPr>
                <a:solidFill>
                  <a:schemeClr val="tx1">
                    <a:lumMod val="65000"/>
                    <a:lumOff val="35000"/>
                  </a:schemeClr>
                </a:solidFill>
                <a:latin typeface="Aptos Narrow"/>
                <a:ea typeface="Aptos Narrow"/>
                <a:cs typeface="Aptos Narrow"/>
              </a:defRPr>
            </a:lvl3pPr>
            <a:lvl4pPr algn="l">
              <a:defRPr>
                <a:solidFill>
                  <a:schemeClr val="tx1">
                    <a:lumMod val="65000"/>
                    <a:lumOff val="35000"/>
                  </a:schemeClr>
                </a:solidFill>
                <a:latin typeface="Aptos Narrow"/>
                <a:ea typeface="Aptos Narrow"/>
                <a:cs typeface="Aptos Narrow"/>
              </a:defRPr>
            </a:lvl4pPr>
            <a:lvl5pPr algn="l">
              <a:defRPr>
                <a:solidFill>
                  <a:schemeClr val="tx1">
                    <a:lumMod val="65000"/>
                    <a:lumOff val="35000"/>
                  </a:schemeClr>
                </a:solidFill>
                <a:latin typeface="Aptos Narrow"/>
                <a:ea typeface="Aptos Narrow"/>
                <a:cs typeface="Aptos Narrow"/>
              </a:defRPr>
            </a:lvl5pPr>
            <a:lvl6pPr algn="l">
              <a:defRPr>
                <a:solidFill>
                  <a:schemeClr val="tx1">
                    <a:lumMod val="65000"/>
                    <a:lumOff val="35000"/>
                  </a:schemeClr>
                </a:solidFill>
                <a:latin typeface="Aptos Narrow"/>
                <a:ea typeface="Aptos Narrow"/>
                <a:cs typeface="Aptos Narrow"/>
              </a:defRPr>
            </a:lvl6pPr>
            <a:lvl7pPr algn="l">
              <a:defRPr>
                <a:solidFill>
                  <a:schemeClr val="tx1">
                    <a:lumMod val="65000"/>
                    <a:lumOff val="35000"/>
                  </a:schemeClr>
                </a:solidFill>
                <a:latin typeface="Aptos Narrow"/>
                <a:ea typeface="Aptos Narrow"/>
                <a:cs typeface="Aptos Narrow"/>
              </a:defRPr>
            </a:lvl7pPr>
            <a:lvl8pPr algn="l">
              <a:defRPr>
                <a:solidFill>
                  <a:schemeClr val="tx1">
                    <a:lumMod val="65000"/>
                    <a:lumOff val="35000"/>
                  </a:schemeClr>
                </a:solidFill>
                <a:latin typeface="Aptos Narrow"/>
                <a:ea typeface="Aptos Narrow"/>
                <a:cs typeface="Aptos Narrow"/>
              </a:defRPr>
            </a:lvl8pPr>
            <a:lvl9pPr algn="l">
              <a:defRPr>
                <a:solidFill>
                  <a:schemeClr val="tx1">
                    <a:lumMod val="65000"/>
                    <a:lumOff val="35000"/>
                  </a:schemeClr>
                </a:solidFill>
                <a:latin typeface="Aptos Narrow"/>
                <a:ea typeface="Aptos Narrow"/>
                <a:cs typeface="Aptos Narrow"/>
              </a:defRPr>
            </a:lvl9pPr>
          </a:lstStyle>
          <a:p>
            <a:pPr>
              <a:defRPr/>
            </a:pPr>
            <a:r>
              <a:rPr/>
              <a:t>Source</a:t>
            </a:r>
            <a:endParaRPr/>
          </a:p>
        </p:txBody>
      </p:sp>
      <p:sp>
        <p:nvSpPr>
          <p:cNvPr id="122015148"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lumMod val="65000"/>
                    <a:lumOff val="35000"/>
                  </a:schemeClr>
                </a:solidFill>
                <a:latin typeface="Aptos Narrow"/>
                <a:ea typeface="Aptos Narrow"/>
                <a:cs typeface="Aptos Narrow"/>
              </a:defRPr>
            </a:lvl1pPr>
            <a:lvl2pPr>
              <a:defRPr>
                <a:solidFill>
                  <a:schemeClr val="tx1">
                    <a:lumMod val="65000"/>
                    <a:lumOff val="35000"/>
                  </a:schemeClr>
                </a:solidFill>
                <a:latin typeface="Aptos Narrow"/>
                <a:ea typeface="Aptos Narrow"/>
                <a:cs typeface="Aptos Narrow"/>
              </a:defRPr>
            </a:lvl2pPr>
            <a:lvl3pPr>
              <a:defRPr>
                <a:solidFill>
                  <a:schemeClr val="tx1">
                    <a:lumMod val="65000"/>
                    <a:lumOff val="35000"/>
                  </a:schemeClr>
                </a:solidFill>
                <a:latin typeface="Aptos Narrow"/>
                <a:ea typeface="Aptos Narrow"/>
                <a:cs typeface="Aptos Narrow"/>
              </a:defRPr>
            </a:lvl3pPr>
            <a:lvl4pPr>
              <a:defRPr>
                <a:solidFill>
                  <a:schemeClr val="tx1">
                    <a:lumMod val="65000"/>
                    <a:lumOff val="35000"/>
                  </a:schemeClr>
                </a:solidFill>
                <a:latin typeface="Aptos Narrow"/>
                <a:ea typeface="Aptos Narrow"/>
                <a:cs typeface="Aptos Narrow"/>
              </a:defRPr>
            </a:lvl4pPr>
            <a:lvl5pPr>
              <a:defRPr>
                <a:solidFill>
                  <a:schemeClr val="tx1">
                    <a:lumMod val="65000"/>
                    <a:lumOff val="35000"/>
                  </a:schemeClr>
                </a:solidFill>
                <a:latin typeface="Aptos Narrow"/>
                <a:ea typeface="Aptos Narrow"/>
                <a:cs typeface="Aptos Narrow"/>
              </a:defRPr>
            </a:lvl5pPr>
            <a:lvl6pPr>
              <a:defRPr>
                <a:solidFill>
                  <a:schemeClr val="tx1">
                    <a:lumMod val="65000"/>
                    <a:lumOff val="35000"/>
                  </a:schemeClr>
                </a:solidFill>
                <a:latin typeface="Aptos Narrow"/>
                <a:ea typeface="Aptos Narrow"/>
                <a:cs typeface="Aptos Narrow"/>
              </a:defRPr>
            </a:lvl6pPr>
            <a:lvl7pPr>
              <a:defRPr>
                <a:solidFill>
                  <a:schemeClr val="tx1">
                    <a:lumMod val="65000"/>
                    <a:lumOff val="35000"/>
                  </a:schemeClr>
                </a:solidFill>
                <a:latin typeface="Aptos Narrow"/>
                <a:ea typeface="Aptos Narrow"/>
                <a:cs typeface="Aptos Narrow"/>
              </a:defRPr>
            </a:lvl7pPr>
            <a:lvl8pPr>
              <a:defRPr>
                <a:solidFill>
                  <a:schemeClr val="tx1">
                    <a:lumMod val="65000"/>
                    <a:lumOff val="35000"/>
                  </a:schemeClr>
                </a:solidFill>
                <a:latin typeface="Aptos Narrow"/>
                <a:ea typeface="Aptos Narrow"/>
                <a:cs typeface="Aptos Narrow"/>
              </a:defRPr>
            </a:lvl8pPr>
            <a:lvl9pPr>
              <a:defRPr>
                <a:solidFill>
                  <a:schemeClr val="tx1">
                    <a:lumMod val="65000"/>
                    <a:lumOff val="35000"/>
                  </a:schemeClr>
                </a:solidFill>
                <a:latin typeface="Aptos Narrow"/>
                <a:ea typeface="Aptos Narrow"/>
                <a:cs typeface="Aptos Narrow"/>
              </a:defRPr>
            </a:lvl9pPr>
          </a:lstStyle>
          <a:p>
            <a:pPr>
              <a:defRPr/>
            </a:pPr>
            <a:fld id="{AEDD7464-98B3-EF0F-F850-7E06DF1F04D8}" type="slidenum">
              <a:rPr lang="en-US"/>
              <a:t>&lt;#&gt;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1634881992" name="Rectangle 1245485961"/>
          <p:cNvSpPr/>
          <p:nvPr/>
        </p:nvSpPr>
        <p:spPr bwMode="auto">
          <a:xfrm rot="0" flipH="0" flipV="0">
            <a:off x="8127999" y="-25399"/>
            <a:ext cx="4063999" cy="6908799"/>
          </a:xfrm>
          <a:prstGeom prst="rect">
            <a:avLst/>
          </a:prstGeom>
          <a:gradFill>
            <a:gsLst>
              <a:gs pos="0">
                <a:schemeClr val="tx1">
                  <a:lumMod val="90000"/>
                  <a:lumOff val="5000"/>
                </a:schemeClr>
              </a:gs>
              <a:gs pos="100000">
                <a:schemeClr val="tx1">
                  <a:lumMod val="65000"/>
                  <a:lumOff val="35000"/>
                </a:schemeClr>
              </a:gs>
            </a:gsLst>
            <a:lin ang="81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Aptos Narrow"/>
              <a:cs typeface="Aptos Narrow"/>
            </a:endParaRPr>
          </a:p>
        </p:txBody>
      </p:sp>
      <p:sp>
        <p:nvSpPr>
          <p:cNvPr id="1953466692" name="Title 1"/>
          <p:cNvSpPr>
            <a:spLocks noGrp="1"/>
          </p:cNvSpPr>
          <p:nvPr>
            <p:ph type="title"/>
          </p:nvPr>
        </p:nvSpPr>
        <p:spPr bwMode="auto">
          <a:xfrm flipH="0" flipV="0">
            <a:off x="406399" y="177798"/>
            <a:ext cx="7315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1"/>
                </a:solidFill>
                <a:latin typeface="Aptos Narrow"/>
                <a:ea typeface="Aptos Narrow"/>
                <a:cs typeface="Aptos Narrow"/>
              </a:defRPr>
            </a:lvl1pPr>
            <a:lvl2pPr>
              <a:defRPr sz="2400" b="1">
                <a:solidFill>
                  <a:schemeClr val="tx1"/>
                </a:solidFill>
                <a:latin typeface="Aptos Narrow"/>
                <a:ea typeface="Aptos Narrow"/>
                <a:cs typeface="Aptos Narrow"/>
              </a:defRPr>
            </a:lvl2pPr>
            <a:lvl3pPr>
              <a:defRPr sz="2400" b="1">
                <a:solidFill>
                  <a:schemeClr val="tx1"/>
                </a:solidFill>
                <a:latin typeface="Aptos Narrow"/>
                <a:ea typeface="Aptos Narrow"/>
                <a:cs typeface="Aptos Narrow"/>
              </a:defRPr>
            </a:lvl3pPr>
            <a:lvl4pPr>
              <a:defRPr sz="2400" b="1">
                <a:solidFill>
                  <a:schemeClr val="tx1"/>
                </a:solidFill>
                <a:latin typeface="Aptos Narrow"/>
                <a:ea typeface="Aptos Narrow"/>
                <a:cs typeface="Aptos Narrow"/>
              </a:defRPr>
            </a:lvl4pPr>
            <a:lvl5pPr>
              <a:defRPr sz="2400" b="1">
                <a:solidFill>
                  <a:schemeClr val="tx1"/>
                </a:solidFill>
                <a:latin typeface="Aptos Narrow"/>
                <a:ea typeface="Aptos Narrow"/>
                <a:cs typeface="Aptos Narrow"/>
              </a:defRPr>
            </a:lvl5pPr>
            <a:lvl6pPr>
              <a:defRPr sz="2400" b="1">
                <a:solidFill>
                  <a:schemeClr val="tx1"/>
                </a:solidFill>
                <a:latin typeface="Aptos Narrow"/>
                <a:ea typeface="Aptos Narrow"/>
                <a:cs typeface="Aptos Narrow"/>
              </a:defRPr>
            </a:lvl6pPr>
            <a:lvl7pPr>
              <a:defRPr sz="2400" b="1">
                <a:solidFill>
                  <a:schemeClr val="tx1"/>
                </a:solidFill>
                <a:latin typeface="Aptos Narrow"/>
                <a:ea typeface="Aptos Narrow"/>
                <a:cs typeface="Aptos Narrow"/>
              </a:defRPr>
            </a:lvl7pPr>
            <a:lvl8pPr>
              <a:defRPr sz="2400" b="1">
                <a:solidFill>
                  <a:schemeClr val="tx1"/>
                </a:solidFill>
                <a:latin typeface="Aptos Narrow"/>
                <a:ea typeface="Aptos Narrow"/>
                <a:cs typeface="Aptos Narrow"/>
              </a:defRPr>
            </a:lvl8pPr>
            <a:lvl9pPr>
              <a:defRPr sz="2400" b="1">
                <a:solidFill>
                  <a:schemeClr val="tx1"/>
                </a:solidFill>
                <a:latin typeface="Aptos Narrow"/>
                <a:ea typeface="Aptos Narrow"/>
                <a:cs typeface="Aptos Narrow"/>
              </a:defRPr>
            </a:lvl9pPr>
          </a:lstStyle>
          <a:p>
            <a:pPr>
              <a:defRPr/>
            </a:pPr>
            <a:r>
              <a:rPr lang="en-US"/>
              <a:t>Click to edit Master title style</a:t>
            </a:r>
            <a:endParaRPr lang="en-US"/>
          </a:p>
        </p:txBody>
      </p:sp>
      <p:cxnSp>
        <p:nvCxnSpPr>
          <p:cNvPr id="1606061287" name=""/>
          <p:cNvCxnSpPr/>
          <p:nvPr/>
        </p:nvCxnSpPr>
        <p:spPr bwMode="auto">
          <a:xfrm flipH="0" flipV="0">
            <a:off x="406399" y="990599"/>
            <a:ext cx="7315199" cy="0"/>
          </a:xfrm>
          <a:prstGeom prst="line">
            <a:avLst/>
          </a:prstGeom>
          <a:ln w="190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23842257"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lumMod val="65000"/>
                    <a:lumOff val="35000"/>
                  </a:schemeClr>
                </a:solidFill>
                <a:latin typeface="Aptos Narrow"/>
                <a:ea typeface="Aptos Narrow"/>
                <a:cs typeface="Aptos Narrow"/>
              </a:defRPr>
            </a:lvl1pPr>
            <a:lvl2pPr algn="l">
              <a:defRPr>
                <a:solidFill>
                  <a:schemeClr val="tx1">
                    <a:lumMod val="65000"/>
                    <a:lumOff val="35000"/>
                  </a:schemeClr>
                </a:solidFill>
                <a:latin typeface="Aptos Narrow"/>
                <a:ea typeface="Aptos Narrow"/>
                <a:cs typeface="Aptos Narrow"/>
              </a:defRPr>
            </a:lvl2pPr>
            <a:lvl3pPr algn="l">
              <a:defRPr>
                <a:solidFill>
                  <a:schemeClr val="tx1">
                    <a:lumMod val="65000"/>
                    <a:lumOff val="35000"/>
                  </a:schemeClr>
                </a:solidFill>
                <a:latin typeface="Aptos Narrow"/>
                <a:ea typeface="Aptos Narrow"/>
                <a:cs typeface="Aptos Narrow"/>
              </a:defRPr>
            </a:lvl3pPr>
            <a:lvl4pPr algn="l">
              <a:defRPr>
                <a:solidFill>
                  <a:schemeClr val="tx1">
                    <a:lumMod val="65000"/>
                    <a:lumOff val="35000"/>
                  </a:schemeClr>
                </a:solidFill>
                <a:latin typeface="Aptos Narrow"/>
                <a:ea typeface="Aptos Narrow"/>
                <a:cs typeface="Aptos Narrow"/>
              </a:defRPr>
            </a:lvl4pPr>
            <a:lvl5pPr algn="l">
              <a:defRPr>
                <a:solidFill>
                  <a:schemeClr val="tx1">
                    <a:lumMod val="65000"/>
                    <a:lumOff val="35000"/>
                  </a:schemeClr>
                </a:solidFill>
                <a:latin typeface="Aptos Narrow"/>
                <a:ea typeface="Aptos Narrow"/>
                <a:cs typeface="Aptos Narrow"/>
              </a:defRPr>
            </a:lvl5pPr>
            <a:lvl6pPr algn="l">
              <a:defRPr>
                <a:solidFill>
                  <a:schemeClr val="tx1">
                    <a:lumMod val="65000"/>
                    <a:lumOff val="35000"/>
                  </a:schemeClr>
                </a:solidFill>
                <a:latin typeface="Aptos Narrow"/>
                <a:ea typeface="Aptos Narrow"/>
                <a:cs typeface="Aptos Narrow"/>
              </a:defRPr>
            </a:lvl6pPr>
            <a:lvl7pPr algn="l">
              <a:defRPr>
                <a:solidFill>
                  <a:schemeClr val="tx1">
                    <a:lumMod val="65000"/>
                    <a:lumOff val="35000"/>
                  </a:schemeClr>
                </a:solidFill>
                <a:latin typeface="Aptos Narrow"/>
                <a:ea typeface="Aptos Narrow"/>
                <a:cs typeface="Aptos Narrow"/>
              </a:defRPr>
            </a:lvl7pPr>
            <a:lvl8pPr algn="l">
              <a:defRPr>
                <a:solidFill>
                  <a:schemeClr val="tx1">
                    <a:lumMod val="65000"/>
                    <a:lumOff val="35000"/>
                  </a:schemeClr>
                </a:solidFill>
                <a:latin typeface="Aptos Narrow"/>
                <a:ea typeface="Aptos Narrow"/>
                <a:cs typeface="Aptos Narrow"/>
              </a:defRPr>
            </a:lvl8pPr>
            <a:lvl9pPr algn="l">
              <a:defRPr>
                <a:solidFill>
                  <a:schemeClr val="tx1">
                    <a:lumMod val="65000"/>
                    <a:lumOff val="35000"/>
                  </a:schemeClr>
                </a:solidFill>
                <a:latin typeface="Aptos Narrow"/>
                <a:ea typeface="Aptos Narrow"/>
                <a:cs typeface="Aptos Narrow"/>
              </a:defRPr>
            </a:lvl9pPr>
          </a:lstStyle>
          <a:p>
            <a:pPr>
              <a:defRPr/>
            </a:pPr>
            <a:r>
              <a:rPr/>
              <a:t>Source</a:t>
            </a:r>
            <a:endParaRPr/>
          </a:p>
        </p:txBody>
      </p:sp>
      <p:sp>
        <p:nvSpPr>
          <p:cNvPr id="536176233"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bg1">
                    <a:lumMod val="85000"/>
                  </a:schemeClr>
                </a:solidFill>
                <a:latin typeface="Aptos Narrow"/>
                <a:ea typeface="Aptos Narrow"/>
                <a:cs typeface="Aptos Narrow"/>
              </a:defRPr>
            </a:lvl1pPr>
            <a:lvl2pPr>
              <a:defRPr>
                <a:solidFill>
                  <a:schemeClr val="bg1">
                    <a:lumMod val="85000"/>
                  </a:schemeClr>
                </a:solidFill>
                <a:latin typeface="Aptos Narrow"/>
                <a:ea typeface="Aptos Narrow"/>
                <a:cs typeface="Aptos Narrow"/>
              </a:defRPr>
            </a:lvl2pPr>
            <a:lvl3pPr>
              <a:defRPr>
                <a:solidFill>
                  <a:schemeClr val="bg1">
                    <a:lumMod val="85000"/>
                  </a:schemeClr>
                </a:solidFill>
                <a:latin typeface="Aptos Narrow"/>
                <a:ea typeface="Aptos Narrow"/>
                <a:cs typeface="Aptos Narrow"/>
              </a:defRPr>
            </a:lvl3pPr>
            <a:lvl4pPr>
              <a:defRPr>
                <a:solidFill>
                  <a:schemeClr val="bg1">
                    <a:lumMod val="85000"/>
                  </a:schemeClr>
                </a:solidFill>
                <a:latin typeface="Aptos Narrow"/>
                <a:ea typeface="Aptos Narrow"/>
                <a:cs typeface="Aptos Narrow"/>
              </a:defRPr>
            </a:lvl4pPr>
            <a:lvl5pPr>
              <a:defRPr>
                <a:solidFill>
                  <a:schemeClr val="bg1">
                    <a:lumMod val="85000"/>
                  </a:schemeClr>
                </a:solidFill>
                <a:latin typeface="Aptos Narrow"/>
                <a:ea typeface="Aptos Narrow"/>
                <a:cs typeface="Aptos Narrow"/>
              </a:defRPr>
            </a:lvl5pPr>
            <a:lvl6pPr>
              <a:defRPr>
                <a:solidFill>
                  <a:schemeClr val="bg1">
                    <a:lumMod val="85000"/>
                  </a:schemeClr>
                </a:solidFill>
                <a:latin typeface="Aptos Narrow"/>
                <a:ea typeface="Aptos Narrow"/>
                <a:cs typeface="Aptos Narrow"/>
              </a:defRPr>
            </a:lvl6pPr>
            <a:lvl7pPr>
              <a:defRPr>
                <a:solidFill>
                  <a:schemeClr val="bg1">
                    <a:lumMod val="85000"/>
                  </a:schemeClr>
                </a:solidFill>
                <a:latin typeface="Aptos Narrow"/>
                <a:ea typeface="Aptos Narrow"/>
                <a:cs typeface="Aptos Narrow"/>
              </a:defRPr>
            </a:lvl7pPr>
            <a:lvl8pPr>
              <a:defRPr>
                <a:solidFill>
                  <a:schemeClr val="bg1">
                    <a:lumMod val="85000"/>
                  </a:schemeClr>
                </a:solidFill>
                <a:latin typeface="Aptos Narrow"/>
                <a:ea typeface="Aptos Narrow"/>
                <a:cs typeface="Aptos Narrow"/>
              </a:defRPr>
            </a:lvl8pPr>
            <a:lvl9pPr>
              <a:defRPr>
                <a:solidFill>
                  <a:schemeClr val="bg1">
                    <a:lumMod val="85000"/>
                  </a:schemeClr>
                </a:solidFill>
                <a:latin typeface="Aptos Narrow"/>
                <a:ea typeface="Aptos Narrow"/>
                <a:cs typeface="Aptos Narrow"/>
              </a:defRPr>
            </a:lvl9pPr>
          </a:lstStyle>
          <a:p>
            <a:pPr>
              <a:defRPr/>
            </a:pPr>
            <a:fld id="{40A18D06-49F8-D332-19DF-C1DE6A70A68E}" type="slidenum">
              <a:rPr lang="en-US"/>
              <a:t>&lt;#&gt;</a:t>
            </a:fld>
            <a:endParaRPr lang="en-US"/>
          </a:p>
        </p:txBody>
      </p:sp>
      <p:cxnSp>
        <p:nvCxnSpPr>
          <p:cNvPr id="1713253953" name=""/>
          <p:cNvCxnSpPr/>
          <p:nvPr/>
        </p:nvCxnSpPr>
        <p:spPr bwMode="auto">
          <a:xfrm flipH="0" flipV="0">
            <a:off x="8534399" y="990439"/>
            <a:ext cx="3251199" cy="159"/>
          </a:xfrm>
          <a:prstGeom prst="line">
            <a:avLst/>
          </a:prstGeom>
          <a:ln w="190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94904076" name="Text Placeholder 9"/>
          <p:cNvSpPr>
            <a:spLocks noGrp="1"/>
          </p:cNvSpPr>
          <p:nvPr>
            <p:ph type="body" sz="quarter"/>
          </p:nvPr>
        </p:nvSpPr>
        <p:spPr bwMode="auto">
          <a:xfrm rot="0" flipH="0" flipV="0">
            <a:off x="8534397" y="177800"/>
            <a:ext cx="3251199" cy="812799"/>
          </a:xfrm>
        </p:spPr>
        <p:txBody>
          <a:bodyPr vertOverflow="overflow" horzOverflow="overflow" vert="horz" wrap="square" lIns="91440" tIns="45720" rIns="91440" bIns="45720" numCol="1" spcCol="0" rtlCol="0" fromWordArt="0" anchor="ctr" anchorCtr="0" forceAA="0" upright="0" compatLnSpc="0">
            <a:normAutofit/>
          </a:bodyPr>
          <a:lstStyle>
            <a:lvl1pPr algn="ctr">
              <a:spcBef>
                <a:spcPts val="0"/>
              </a:spcBef>
              <a:defRPr sz="2400" b="1">
                <a:solidFill>
                  <a:schemeClr val="bg1"/>
                </a:solidFill>
                <a:latin typeface="Aptos Narrow"/>
                <a:ea typeface="Aptos Narrow"/>
                <a:cs typeface="Aptos Narrow"/>
              </a:defRPr>
            </a:lvl1pPr>
            <a:lvl2pPr algn="ctr">
              <a:defRPr sz="2400" b="1">
                <a:solidFill>
                  <a:schemeClr val="bg1"/>
                </a:solidFill>
                <a:latin typeface="Aptos Narrow"/>
                <a:ea typeface="Aptos Narrow"/>
                <a:cs typeface="Aptos Narrow"/>
              </a:defRPr>
            </a:lvl2pPr>
            <a:lvl3pPr algn="ctr">
              <a:defRPr sz="2400" b="1">
                <a:solidFill>
                  <a:schemeClr val="bg1"/>
                </a:solidFill>
                <a:latin typeface="Aptos Narrow"/>
                <a:ea typeface="Aptos Narrow"/>
                <a:cs typeface="Aptos Narrow"/>
              </a:defRPr>
            </a:lvl3pPr>
            <a:lvl4pPr algn="ctr">
              <a:defRPr sz="2400" b="1">
                <a:solidFill>
                  <a:schemeClr val="bg1"/>
                </a:solidFill>
                <a:latin typeface="Aptos Narrow"/>
                <a:ea typeface="Aptos Narrow"/>
                <a:cs typeface="Aptos Narrow"/>
              </a:defRPr>
            </a:lvl4pPr>
            <a:lvl5pPr algn="ctr">
              <a:defRPr sz="2400" b="1">
                <a:solidFill>
                  <a:schemeClr val="bg1"/>
                </a:solidFill>
                <a:latin typeface="Aptos Narrow"/>
                <a:ea typeface="Aptos Narrow"/>
                <a:cs typeface="Aptos Narrow"/>
              </a:defRPr>
            </a:lvl5pPr>
            <a:lvl6pPr algn="ctr">
              <a:defRPr sz="2400" b="1">
                <a:solidFill>
                  <a:schemeClr val="bg1"/>
                </a:solidFill>
                <a:latin typeface="Aptos Narrow"/>
                <a:ea typeface="Aptos Narrow"/>
                <a:cs typeface="Aptos Narrow"/>
              </a:defRPr>
            </a:lvl6pPr>
            <a:lvl7pPr algn="ctr">
              <a:defRPr sz="2400" b="1">
                <a:solidFill>
                  <a:schemeClr val="bg1"/>
                </a:solidFill>
                <a:latin typeface="Aptos Narrow"/>
                <a:ea typeface="Aptos Narrow"/>
                <a:cs typeface="Aptos Narrow"/>
              </a:defRPr>
            </a:lvl7pPr>
            <a:lvl8pPr algn="ctr">
              <a:defRPr sz="2400" b="1">
                <a:solidFill>
                  <a:schemeClr val="bg1"/>
                </a:solidFill>
                <a:latin typeface="Aptos Narrow"/>
                <a:ea typeface="Aptos Narrow"/>
                <a:cs typeface="Aptos Narrow"/>
              </a:defRPr>
            </a:lvl8pPr>
            <a:lvl9pPr algn="ctr">
              <a:defRPr sz="2400" b="1">
                <a:solidFill>
                  <a:schemeClr val="bg1"/>
                </a:solidFill>
                <a:latin typeface="Aptos Narrow"/>
                <a:ea typeface="Aptos Narrow"/>
                <a:cs typeface="Aptos Narrow"/>
              </a:defRPr>
            </a:lvl9pPr>
          </a:lstStyle>
          <a:p>
            <a:pPr marL="0" lvl="0" indent="0">
              <a:buFont typeface="Arial"/>
              <a:buNone/>
              <a:defRPr/>
            </a:pPr>
            <a:r>
              <a:rPr lang="en-US"/>
              <a:t>Click to edit Master text styles</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2079416548"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lvl1pPr>
              <a:defRPr>
                <a:latin typeface="Aptos Narrow"/>
                <a:ea typeface="Aptos Narrow"/>
                <a:cs typeface="Aptos Narrow"/>
              </a:defRPr>
            </a:lvl1pPr>
            <a:lvl2pPr>
              <a:defRPr>
                <a:latin typeface="Aptos Narrow"/>
                <a:ea typeface="Aptos Narrow"/>
                <a:cs typeface="Aptos Narrow"/>
              </a:defRPr>
            </a:lvl2pPr>
            <a:lvl3pPr>
              <a:defRPr>
                <a:latin typeface="Aptos Narrow"/>
                <a:ea typeface="Aptos Narrow"/>
                <a:cs typeface="Aptos Narrow"/>
              </a:defRPr>
            </a:lvl3pPr>
            <a:lvl4pPr>
              <a:defRPr>
                <a:latin typeface="Aptos Narrow"/>
                <a:ea typeface="Aptos Narrow"/>
                <a:cs typeface="Aptos Narrow"/>
              </a:defRPr>
            </a:lvl4pPr>
            <a:lvl5pPr>
              <a:defRPr>
                <a:latin typeface="Aptos Narrow"/>
                <a:ea typeface="Aptos Narrow"/>
                <a:cs typeface="Aptos Narrow"/>
              </a:defRPr>
            </a:lvl5pPr>
            <a:lvl6pPr>
              <a:defRPr>
                <a:latin typeface="Aptos Narrow"/>
                <a:ea typeface="Aptos Narrow"/>
                <a:cs typeface="Aptos Narrow"/>
              </a:defRPr>
            </a:lvl6pPr>
            <a:lvl7pPr>
              <a:defRPr>
                <a:latin typeface="Aptos Narrow"/>
                <a:ea typeface="Aptos Narrow"/>
                <a:cs typeface="Aptos Narrow"/>
              </a:defRPr>
            </a:lvl7pPr>
            <a:lvl8pPr>
              <a:defRPr>
                <a:latin typeface="Aptos Narrow"/>
                <a:ea typeface="Aptos Narrow"/>
                <a:cs typeface="Aptos Narrow"/>
              </a:defRPr>
            </a:lvl8pPr>
            <a:lvl9pPr>
              <a:defRPr>
                <a:latin typeface="Aptos Narrow"/>
                <a:ea typeface="Aptos Narrow"/>
                <a:cs typeface="Aptos Narrow"/>
              </a:defRPr>
            </a:lvl9pPr>
          </a:lstStyle>
          <a:p>
            <a:pPr>
              <a:defRPr/>
            </a:pPr>
            <a:r>
              <a:rPr lang="en-US"/>
              <a:t>Click to edit Master title style</a:t>
            </a:r>
            <a:endParaRPr lang="en-US"/>
          </a:p>
        </p:txBody>
      </p:sp>
      <p:sp>
        <p:nvSpPr>
          <p:cNvPr id="1935269095"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lvl1pPr>
              <a:defRPr>
                <a:latin typeface="Aptos Narrow"/>
                <a:ea typeface="Aptos Narrow"/>
                <a:cs typeface="Aptos Narrow"/>
              </a:defRPr>
            </a:lvl1pPr>
            <a:lvl2pPr>
              <a:defRPr>
                <a:latin typeface="Aptos Narrow"/>
                <a:ea typeface="Aptos Narrow"/>
                <a:cs typeface="Aptos Narrow"/>
              </a:defRPr>
            </a:lvl2pPr>
            <a:lvl3pPr>
              <a:defRPr>
                <a:latin typeface="Aptos Narrow"/>
                <a:ea typeface="Aptos Narrow"/>
                <a:cs typeface="Aptos Narrow"/>
              </a:defRPr>
            </a:lvl3pPr>
            <a:lvl4pPr>
              <a:defRPr>
                <a:latin typeface="Aptos Narrow"/>
                <a:ea typeface="Aptos Narrow"/>
                <a:cs typeface="Aptos Narrow"/>
              </a:defRPr>
            </a:lvl4pPr>
            <a:lvl5pPr>
              <a:defRPr>
                <a:latin typeface="Aptos Narrow"/>
                <a:ea typeface="Aptos Narrow"/>
                <a:cs typeface="Aptos Narrow"/>
              </a:defRPr>
            </a:lvl5pPr>
            <a:lvl6pPr>
              <a:defRPr>
                <a:latin typeface="Aptos Narrow"/>
                <a:ea typeface="Aptos Narrow"/>
                <a:cs typeface="Aptos Narrow"/>
              </a:defRPr>
            </a:lvl6pPr>
            <a:lvl7pPr>
              <a:defRPr>
                <a:latin typeface="Aptos Narrow"/>
                <a:ea typeface="Aptos Narrow"/>
                <a:cs typeface="Aptos Narrow"/>
              </a:defRPr>
            </a:lvl7pPr>
            <a:lvl8pPr>
              <a:defRPr>
                <a:latin typeface="Aptos Narrow"/>
                <a:ea typeface="Aptos Narrow"/>
                <a:cs typeface="Aptos Narrow"/>
              </a:defRPr>
            </a:lvl8pPr>
            <a:lvl9pPr>
              <a:defRPr>
                <a:latin typeface="Aptos Narrow"/>
                <a:ea typeface="Aptos Narrow"/>
                <a:cs typeface="Aptos Narrow"/>
              </a:defRPr>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643072507"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latin typeface="Aptos Narrow"/>
                <a:ea typeface="Aptos Narrow"/>
                <a:cs typeface="Aptos Narrow"/>
              </a:defRPr>
            </a:lvl1pPr>
            <a:lvl2pPr algn="l">
              <a:defRPr>
                <a:latin typeface="Aptos Narrow"/>
                <a:ea typeface="Aptos Narrow"/>
                <a:cs typeface="Aptos Narrow"/>
              </a:defRPr>
            </a:lvl2pPr>
            <a:lvl3pPr algn="l">
              <a:defRPr>
                <a:latin typeface="Aptos Narrow"/>
                <a:ea typeface="Aptos Narrow"/>
                <a:cs typeface="Aptos Narrow"/>
              </a:defRPr>
            </a:lvl3pPr>
            <a:lvl4pPr algn="l">
              <a:defRPr>
                <a:latin typeface="Aptos Narrow"/>
                <a:ea typeface="Aptos Narrow"/>
                <a:cs typeface="Aptos Narrow"/>
              </a:defRPr>
            </a:lvl4pPr>
            <a:lvl5pPr algn="l">
              <a:defRPr>
                <a:latin typeface="Aptos Narrow"/>
                <a:ea typeface="Aptos Narrow"/>
                <a:cs typeface="Aptos Narrow"/>
              </a:defRPr>
            </a:lvl5pPr>
            <a:lvl6pPr algn="l">
              <a:defRPr>
                <a:latin typeface="Aptos Narrow"/>
                <a:ea typeface="Aptos Narrow"/>
                <a:cs typeface="Aptos Narrow"/>
              </a:defRPr>
            </a:lvl6pPr>
            <a:lvl7pPr algn="l">
              <a:defRPr>
                <a:latin typeface="Aptos Narrow"/>
                <a:ea typeface="Aptos Narrow"/>
                <a:cs typeface="Aptos Narrow"/>
              </a:defRPr>
            </a:lvl7pPr>
            <a:lvl8pPr algn="l">
              <a:defRPr>
                <a:latin typeface="Aptos Narrow"/>
                <a:ea typeface="Aptos Narrow"/>
                <a:cs typeface="Aptos Narrow"/>
              </a:defRPr>
            </a:lvl8pPr>
            <a:lvl9pPr algn="l">
              <a:defRPr>
                <a:latin typeface="Aptos Narrow"/>
                <a:ea typeface="Aptos Narrow"/>
                <a:cs typeface="Aptos Narrow"/>
              </a:defRPr>
            </a:lvl9pPr>
          </a:lstStyle>
          <a:p>
            <a:pPr>
              <a:defRPr/>
            </a:pPr>
            <a:r>
              <a:rPr/>
              <a:t>Source</a:t>
            </a:r>
            <a:endParaRPr/>
          </a:p>
        </p:txBody>
      </p:sp>
      <p:sp>
        <p:nvSpPr>
          <p:cNvPr id="426811897" name="Slide Number Placeholder 5"/>
          <p:cNvSpPr>
            <a:spLocks noGrp="1"/>
          </p:cNvSpPr>
          <p:nvPr>
            <p:ph type="sldNum" sz="quarter" idx="4"/>
          </p:nvPr>
        </p:nvSpPr>
        <p:spPr bwMode="auto">
          <a:xfrm flipH="0" flipV="0">
            <a:off x="10159999" y="6273799"/>
            <a:ext cx="1625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latin typeface="Aptos Narrow"/>
                <a:ea typeface="Aptos Narrow"/>
                <a:cs typeface="Aptos Narrow"/>
              </a:defRPr>
            </a:lvl1pPr>
            <a:lvl2pPr>
              <a:defRPr>
                <a:latin typeface="Aptos Narrow"/>
                <a:ea typeface="Aptos Narrow"/>
                <a:cs typeface="Aptos Narrow"/>
              </a:defRPr>
            </a:lvl2pPr>
            <a:lvl3pPr>
              <a:defRPr>
                <a:latin typeface="Aptos Narrow"/>
                <a:ea typeface="Aptos Narrow"/>
                <a:cs typeface="Aptos Narrow"/>
              </a:defRPr>
            </a:lvl3pPr>
            <a:lvl4pPr>
              <a:defRPr>
                <a:latin typeface="Aptos Narrow"/>
                <a:ea typeface="Aptos Narrow"/>
                <a:cs typeface="Aptos Narrow"/>
              </a:defRPr>
            </a:lvl4pPr>
            <a:lvl5pPr>
              <a:defRPr>
                <a:latin typeface="Aptos Narrow"/>
                <a:ea typeface="Aptos Narrow"/>
                <a:cs typeface="Aptos Narrow"/>
              </a:defRPr>
            </a:lvl5pPr>
            <a:lvl6pPr>
              <a:defRPr>
                <a:latin typeface="Aptos Narrow"/>
                <a:ea typeface="Aptos Narrow"/>
                <a:cs typeface="Aptos Narrow"/>
              </a:defRPr>
            </a:lvl6pPr>
            <a:lvl7pPr>
              <a:defRPr>
                <a:latin typeface="Aptos Narrow"/>
                <a:ea typeface="Aptos Narrow"/>
                <a:cs typeface="Aptos Narrow"/>
              </a:defRPr>
            </a:lvl7pPr>
            <a:lvl8pPr>
              <a:defRPr>
                <a:latin typeface="Aptos Narrow"/>
                <a:ea typeface="Aptos Narrow"/>
                <a:cs typeface="Aptos Narrow"/>
              </a:defRPr>
            </a:lvl8pPr>
            <a:lvl9pPr>
              <a:defRPr>
                <a:latin typeface="Aptos Narrow"/>
                <a:ea typeface="Aptos Narrow"/>
                <a:cs typeface="Aptos Narrow"/>
              </a:defRPr>
            </a:lvl9pPr>
          </a:lstStyle>
          <a:p>
            <a:pPr>
              <a:defRPr/>
            </a:pPr>
            <a:fld id="{08395586-F03A-48D1-94DF-16B239DF4FB5}"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dt="0" ftr="1" hdr="0" sldNum="1"/>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69978" name="Title"/>
          <p:cNvSpPr>
            <a:spLocks noGrp="1"/>
          </p:cNvSpPr>
          <p:nvPr>
            <p:ph type="ctrTitle"/>
          </p:nvPr>
        </p:nvSpPr>
        <p:spPr bwMode="auto"/>
        <p:txBody>
          <a:bodyPr/>
          <a:lstStyle/>
          <a:p>
            <a:pPr>
              <a:defRPr/>
            </a:pPr>
            <a:r>
              <a:rPr lang="it-IT">
                <a:solidFill>
                  <a:schemeClr val="accent1"/>
                </a:solidFill>
                <a:latin typeface="Aptos Narrow"/>
                <a:ea typeface="Aptos Narrow"/>
                <a:cs typeface="Aptos Narrow"/>
              </a:rPr>
              <a:t>{company_name}</a:t>
            </a:r>
            <a:endParaRPr>
              <a:solidFill>
                <a:schemeClr val="accent1"/>
              </a:solidFill>
              <a:latin typeface="Aptos Narrow"/>
              <a:cs typeface="Aptos Narrow"/>
            </a:endParaRPr>
          </a:p>
        </p:txBody>
      </p:sp>
      <p:sp>
        <p:nvSpPr>
          <p:cNvPr id="2066719869" name="Subtitle"/>
          <p:cNvSpPr>
            <a:spLocks noGrp="1"/>
          </p:cNvSpPr>
          <p:nvPr>
            <p:ph type="subTitle" idx="1"/>
          </p:nvPr>
        </p:nvSpPr>
        <p:spPr bwMode="auto"/>
        <p:txBody>
          <a:bodyPr vertOverflow="overflow" horzOverflow="overflow" vert="horz" wrap="square" lIns="91440" tIns="45720" rIns="91440" bIns="45720" numCol="1" spcCol="0" rtlCol="0" fromWordArt="0" anchor="t" anchorCtr="0" forceAA="0" upright="0" compatLnSpc="0">
            <a:normAutofit/>
          </a:bodyPr>
          <a:lstStyle/>
          <a:p>
            <a:pPr>
              <a:defRPr/>
            </a:pPr>
            <a:r>
              <a:rPr lang="it-IT" i="1">
                <a:solidFill>
                  <a:schemeClr val="tx1"/>
                </a:solidFill>
                <a:latin typeface="Aptos Narrow"/>
                <a:ea typeface="Aptos Narrow"/>
                <a:cs typeface="Aptos Narrow"/>
              </a:rPr>
              <a:t>Automatically generated </a:t>
            </a:r>
            <a:r>
              <a:rPr lang="it-IT" i="1">
                <a:solidFill>
                  <a:schemeClr val="tx1"/>
                </a:solidFill>
                <a:latin typeface="Aptos Narrow"/>
                <a:ea typeface="Aptos Narrow"/>
                <a:cs typeface="Aptos Narrow"/>
              </a:rPr>
              <a:t>c</a:t>
            </a:r>
            <a:r>
              <a:rPr i="1">
                <a:solidFill>
                  <a:schemeClr val="tx1"/>
                </a:solidFill>
                <a:latin typeface="Aptos Narrow"/>
                <a:ea typeface="Aptos Narrow"/>
                <a:cs typeface="Aptos Narrow"/>
              </a:rPr>
              <a:t>ompany report as of </a:t>
            </a:r>
            <a:r>
              <a:rPr lang="it-IT" i="1">
                <a:solidFill>
                  <a:schemeClr val="tx1"/>
                </a:solidFill>
                <a:latin typeface="Aptos Narrow"/>
                <a:ea typeface="Aptos Narrow"/>
                <a:cs typeface="Aptos Narrow"/>
              </a:rPr>
              <a:t>{current_date}.</a:t>
            </a:r>
            <a:endParaRPr i="1">
              <a:solidFill>
                <a:schemeClr val="tx1"/>
              </a:solidFill>
              <a:latin typeface="Aptos Narrow"/>
              <a:cs typeface="Aptos Narrow"/>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032147" name=""/>
          <p:cNvSpPr/>
          <p:nvPr/>
        </p:nvSpPr>
        <p:spPr bwMode="auto">
          <a:xfrm rot="0" flipH="0" flipV="0">
            <a:off x="2031997" y="1803399"/>
            <a:ext cx="3048001" cy="4267195"/>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Aptos Narrow"/>
              <a:cs typeface="Aptos Narrow"/>
            </a:endParaRPr>
          </a:p>
        </p:txBody>
      </p:sp>
      <p:sp>
        <p:nvSpPr>
          <p:cNvPr id="1617632549" name=""/>
          <p:cNvSpPr/>
          <p:nvPr/>
        </p:nvSpPr>
        <p:spPr bwMode="auto">
          <a:xfrm rot="0" flipH="0" flipV="0">
            <a:off x="406398" y="1803399"/>
            <a:ext cx="1625598" cy="4267197"/>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Aptos Narrow"/>
              <a:cs typeface="Aptos Narrow"/>
            </a:endParaRPr>
          </a:p>
        </p:txBody>
      </p:sp>
      <p:sp>
        <p:nvSpPr>
          <p:cNvPr id="37193736" name="name"/>
          <p:cNvSpPr txBox="1"/>
          <p:nvPr/>
        </p:nvSpPr>
        <p:spPr bwMode="auto">
          <a:xfrm rot="0" flipH="0" flipV="0">
            <a:off x="2235197" y="2006599"/>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Aptos Narrow"/>
                <a:ea typeface="Aptos Narrow"/>
                <a:cs typeface="Aptos Narrow"/>
              </a:rPr>
              <a:t>{name}</a:t>
            </a:r>
            <a:endParaRPr sz="1600" b="1">
              <a:solidFill>
                <a:schemeClr val="tx1"/>
              </a:solidFill>
              <a:latin typeface="Aptos Narrow"/>
              <a:cs typeface="Aptos Narrow"/>
            </a:endParaRPr>
          </a:p>
        </p:txBody>
      </p:sp>
      <p:sp>
        <p:nvSpPr>
          <p:cNvPr id="942370674" name=""/>
          <p:cNvSpPr txBox="1"/>
          <p:nvPr/>
        </p:nvSpPr>
        <p:spPr bwMode="auto">
          <a:xfrm rot="0" flipH="0" flipV="0">
            <a:off x="406397" y="2006602"/>
            <a:ext cx="1422399"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Name</a:t>
            </a:r>
            <a:endParaRPr sz="1400" b="1">
              <a:solidFill>
                <a:schemeClr val="bg1"/>
              </a:solidFill>
              <a:latin typeface="Aptos Narrow"/>
              <a:cs typeface="Aptos Narrow"/>
            </a:endParaRPr>
          </a:p>
        </p:txBody>
      </p:sp>
      <p:sp>
        <p:nvSpPr>
          <p:cNvPr id="738249948" name="symbol"/>
          <p:cNvSpPr txBox="1"/>
          <p:nvPr/>
        </p:nvSpPr>
        <p:spPr bwMode="auto">
          <a:xfrm rot="0" flipH="0" flipV="0">
            <a:off x="2235197" y="2438428"/>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Aptos Narrow"/>
                <a:ea typeface="Aptos Narrow"/>
                <a:cs typeface="Aptos Narrow"/>
              </a:rPr>
              <a:t>{ticker}</a:t>
            </a:r>
            <a:endParaRPr sz="1600" b="1">
              <a:solidFill>
                <a:schemeClr val="tx1"/>
              </a:solidFill>
              <a:latin typeface="Aptos Narrow"/>
              <a:cs typeface="Aptos Narrow"/>
            </a:endParaRPr>
          </a:p>
        </p:txBody>
      </p:sp>
      <p:sp>
        <p:nvSpPr>
          <p:cNvPr id="155721051" name=""/>
          <p:cNvSpPr txBox="1"/>
          <p:nvPr/>
        </p:nvSpPr>
        <p:spPr bwMode="auto">
          <a:xfrm rot="0" flipH="0" flipV="0">
            <a:off x="406397" y="2438427"/>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Symbol</a:t>
            </a:r>
            <a:endParaRPr sz="1400" b="1">
              <a:solidFill>
                <a:schemeClr val="bg1"/>
              </a:solidFill>
              <a:latin typeface="Aptos Narrow"/>
              <a:cs typeface="Aptos Narrow"/>
            </a:endParaRPr>
          </a:p>
        </p:txBody>
      </p:sp>
      <p:sp>
        <p:nvSpPr>
          <p:cNvPr id="558652946" name="sector"/>
          <p:cNvSpPr txBox="1"/>
          <p:nvPr/>
        </p:nvSpPr>
        <p:spPr bwMode="auto">
          <a:xfrm rot="0" flipH="0" flipV="0">
            <a:off x="2235197" y="2870254"/>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0">
                <a:solidFill>
                  <a:schemeClr val="tx1"/>
                </a:solidFill>
                <a:latin typeface="Aptos Narrow"/>
                <a:ea typeface="Aptos Narrow"/>
                <a:cs typeface="Aptos Narrow"/>
              </a:rPr>
              <a:t>{sector}</a:t>
            </a:r>
            <a:endParaRPr sz="1600" b="0">
              <a:solidFill>
                <a:schemeClr val="tx1"/>
              </a:solidFill>
              <a:latin typeface="Aptos Narrow"/>
              <a:cs typeface="Aptos Narrow"/>
            </a:endParaRPr>
          </a:p>
        </p:txBody>
      </p:sp>
      <p:sp>
        <p:nvSpPr>
          <p:cNvPr id="1706363105" name=""/>
          <p:cNvSpPr txBox="1"/>
          <p:nvPr/>
        </p:nvSpPr>
        <p:spPr bwMode="auto">
          <a:xfrm rot="0" flipH="0" flipV="0">
            <a:off x="406397" y="287025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Sector</a:t>
            </a:r>
            <a:endParaRPr sz="1400" b="1">
              <a:solidFill>
                <a:schemeClr val="bg1"/>
              </a:solidFill>
              <a:latin typeface="Aptos Narrow"/>
              <a:cs typeface="Aptos Narrow"/>
            </a:endParaRPr>
          </a:p>
        </p:txBody>
      </p:sp>
      <p:sp>
        <p:nvSpPr>
          <p:cNvPr id="1581269473" name="industry"/>
          <p:cNvSpPr txBox="1"/>
          <p:nvPr/>
        </p:nvSpPr>
        <p:spPr bwMode="auto">
          <a:xfrm rot="0" flipH="0" flipV="0">
            <a:off x="2235197" y="3302011"/>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0">
                <a:solidFill>
                  <a:schemeClr val="tx1"/>
                </a:solidFill>
                <a:latin typeface="Aptos Narrow"/>
                <a:ea typeface="Aptos Narrow"/>
                <a:cs typeface="Aptos Narrow"/>
              </a:rPr>
              <a:t>{industry}</a:t>
            </a:r>
            <a:endParaRPr sz="1600" b="0">
              <a:solidFill>
                <a:schemeClr val="tx1"/>
              </a:solidFill>
              <a:latin typeface="Aptos Narrow"/>
              <a:cs typeface="Aptos Narrow"/>
            </a:endParaRPr>
          </a:p>
        </p:txBody>
      </p:sp>
      <p:sp>
        <p:nvSpPr>
          <p:cNvPr id="332532107" name=""/>
          <p:cNvSpPr txBox="1"/>
          <p:nvPr/>
        </p:nvSpPr>
        <p:spPr bwMode="auto">
          <a:xfrm rot="0" flipH="0" flipV="0">
            <a:off x="406397" y="3302049"/>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Industry</a:t>
            </a:r>
            <a:endParaRPr sz="1400" b="1">
              <a:solidFill>
                <a:schemeClr val="bg1"/>
              </a:solidFill>
              <a:latin typeface="Aptos Narrow"/>
              <a:cs typeface="Aptos Narrow"/>
            </a:endParaRPr>
          </a:p>
        </p:txBody>
      </p:sp>
      <p:sp>
        <p:nvSpPr>
          <p:cNvPr id="1549883798" name="market_cap"/>
          <p:cNvSpPr txBox="1"/>
          <p:nvPr/>
        </p:nvSpPr>
        <p:spPr bwMode="auto">
          <a:xfrm rot="0" flipH="0" flipV="0">
            <a:off x="2235197" y="3733811"/>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Aptos Narrow"/>
                <a:ea typeface="Aptos Narrow"/>
                <a:cs typeface="Aptos Narrow"/>
              </a:rPr>
              <a:t>{market_cap}</a:t>
            </a:r>
            <a:endParaRPr sz="1600" b="1">
              <a:solidFill>
                <a:schemeClr val="tx1"/>
              </a:solidFill>
              <a:latin typeface="Aptos Narrow"/>
              <a:cs typeface="Aptos Narrow"/>
            </a:endParaRPr>
          </a:p>
        </p:txBody>
      </p:sp>
      <p:sp>
        <p:nvSpPr>
          <p:cNvPr id="1159836426" name=""/>
          <p:cNvSpPr txBox="1"/>
          <p:nvPr/>
        </p:nvSpPr>
        <p:spPr bwMode="auto">
          <a:xfrm rot="0" flipH="0" flipV="0">
            <a:off x="406397" y="3733810"/>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Market cap</a:t>
            </a:r>
            <a:endParaRPr sz="1400" b="1">
              <a:solidFill>
                <a:schemeClr val="bg1"/>
              </a:solidFill>
              <a:latin typeface="Aptos Narrow"/>
              <a:cs typeface="Aptos Narrow"/>
            </a:endParaRPr>
          </a:p>
        </p:txBody>
      </p:sp>
      <p:sp>
        <p:nvSpPr>
          <p:cNvPr id="1365653565" name="share_price"/>
          <p:cNvSpPr txBox="1"/>
          <p:nvPr/>
        </p:nvSpPr>
        <p:spPr bwMode="auto">
          <a:xfrm rot="0" flipH="0" flipV="0">
            <a:off x="2235197" y="4165570"/>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Aptos Narrow"/>
                <a:ea typeface="Aptos Narrow"/>
                <a:cs typeface="Aptos Narrow"/>
              </a:rPr>
              <a:t>{share_price}</a:t>
            </a:r>
            <a:endParaRPr sz="1600" b="1">
              <a:solidFill>
                <a:schemeClr val="tx1"/>
              </a:solidFill>
              <a:latin typeface="Aptos Narrow"/>
              <a:cs typeface="Aptos Narrow"/>
            </a:endParaRPr>
          </a:p>
        </p:txBody>
      </p:sp>
      <p:sp>
        <p:nvSpPr>
          <p:cNvPr id="1036327689" name=""/>
          <p:cNvSpPr txBox="1"/>
          <p:nvPr/>
        </p:nvSpPr>
        <p:spPr bwMode="auto">
          <a:xfrm rot="0" flipH="0" flipV="0">
            <a:off x="406396" y="4165611"/>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Share price</a:t>
            </a:r>
            <a:endParaRPr sz="1400" b="1">
              <a:solidFill>
                <a:schemeClr val="bg1"/>
              </a:solidFill>
              <a:latin typeface="Aptos Narrow"/>
              <a:cs typeface="Aptos Narrow"/>
            </a:endParaRPr>
          </a:p>
        </p:txBody>
      </p:sp>
      <p:sp>
        <p:nvSpPr>
          <p:cNvPr id="1738473194" name="share_earnings"/>
          <p:cNvSpPr txBox="1"/>
          <p:nvPr/>
        </p:nvSpPr>
        <p:spPr bwMode="auto">
          <a:xfrm rot="0" flipH="0" flipV="0">
            <a:off x="2235197" y="4597372"/>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Aptos Narrow"/>
                <a:ea typeface="Aptos Narrow"/>
                <a:cs typeface="Aptos Narrow"/>
              </a:rPr>
              <a:t>{share_earnings}</a:t>
            </a:r>
            <a:endParaRPr sz="1600" b="1">
              <a:solidFill>
                <a:schemeClr val="tx1"/>
              </a:solidFill>
              <a:latin typeface="Aptos Narrow"/>
              <a:cs typeface="Aptos Narrow"/>
            </a:endParaRPr>
          </a:p>
        </p:txBody>
      </p:sp>
      <p:sp>
        <p:nvSpPr>
          <p:cNvPr id="233422256" name=""/>
          <p:cNvSpPr txBox="1"/>
          <p:nvPr/>
        </p:nvSpPr>
        <p:spPr bwMode="auto">
          <a:xfrm rot="0" flipH="0" flipV="0">
            <a:off x="406396" y="459737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EPS</a:t>
            </a:r>
            <a:endParaRPr sz="1400" b="1">
              <a:solidFill>
                <a:schemeClr val="bg1"/>
              </a:solidFill>
              <a:latin typeface="Aptos Narrow"/>
              <a:cs typeface="Aptos Narrow"/>
            </a:endParaRPr>
          </a:p>
        </p:txBody>
      </p:sp>
      <p:sp>
        <p:nvSpPr>
          <p:cNvPr id="1488005342" name="analyst_rating"/>
          <p:cNvSpPr txBox="1"/>
          <p:nvPr/>
        </p:nvSpPr>
        <p:spPr bwMode="auto">
          <a:xfrm rot="0" flipH="0" flipV="0">
            <a:off x="2235197" y="5029134"/>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Aptos Narrow"/>
                <a:ea typeface="Aptos Narrow"/>
                <a:cs typeface="Aptos Narrow"/>
              </a:rPr>
              <a:t>{analyst_rating}</a:t>
            </a:r>
            <a:endParaRPr sz="1600" b="1">
              <a:solidFill>
                <a:schemeClr val="tx1"/>
              </a:solidFill>
              <a:latin typeface="Aptos Narrow"/>
              <a:cs typeface="Aptos Narrow"/>
            </a:endParaRPr>
          </a:p>
        </p:txBody>
      </p:sp>
      <p:sp>
        <p:nvSpPr>
          <p:cNvPr id="227765549" name=""/>
          <p:cNvSpPr txBox="1"/>
          <p:nvPr/>
        </p:nvSpPr>
        <p:spPr bwMode="auto">
          <a:xfrm rot="0" flipH="0" flipV="0">
            <a:off x="406397" y="502913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Analyst rating</a:t>
            </a:r>
            <a:endParaRPr sz="1400" b="1">
              <a:solidFill>
                <a:schemeClr val="bg1"/>
              </a:solidFill>
              <a:latin typeface="Aptos Narrow"/>
              <a:cs typeface="Aptos Narrow"/>
            </a:endParaRPr>
          </a:p>
        </p:txBody>
      </p:sp>
      <p:sp>
        <p:nvSpPr>
          <p:cNvPr id="1102142766" name="beta"/>
          <p:cNvSpPr txBox="1"/>
          <p:nvPr/>
        </p:nvSpPr>
        <p:spPr bwMode="auto">
          <a:xfrm rot="0" flipH="0" flipV="0">
            <a:off x="2235197" y="5461002"/>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Aptos Narrow"/>
                <a:ea typeface="Aptos Narrow"/>
                <a:cs typeface="Aptos Narrow"/>
              </a:rPr>
              <a:t>{share_beta}</a:t>
            </a:r>
            <a:endParaRPr sz="1600" b="1">
              <a:solidFill>
                <a:schemeClr val="tx1"/>
              </a:solidFill>
              <a:latin typeface="Aptos Narrow"/>
              <a:cs typeface="Aptos Narrow"/>
            </a:endParaRPr>
          </a:p>
        </p:txBody>
      </p:sp>
      <p:sp>
        <p:nvSpPr>
          <p:cNvPr id="40684704" name=""/>
          <p:cNvSpPr txBox="1"/>
          <p:nvPr/>
        </p:nvSpPr>
        <p:spPr bwMode="auto">
          <a:xfrm rot="0" flipH="0" flipV="0">
            <a:off x="406397" y="5460999"/>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Aptos Narrow"/>
                <a:ea typeface="Aptos Narrow"/>
                <a:cs typeface="Aptos Narrow"/>
              </a:rPr>
              <a:t>Share beta</a:t>
            </a:r>
            <a:endParaRPr sz="1400" b="1">
              <a:solidFill>
                <a:schemeClr val="bg1"/>
              </a:solidFill>
              <a:latin typeface="Aptos Narrow"/>
              <a:cs typeface="Aptos Narrow"/>
            </a:endParaRPr>
          </a:p>
        </p:txBody>
      </p:sp>
      <p:sp>
        <p:nvSpPr>
          <p:cNvPr id="521001184" name=""/>
          <p:cNvSpPr/>
          <p:nvPr/>
        </p:nvSpPr>
        <p:spPr bwMode="auto">
          <a:xfrm rot="0" flipH="0" flipV="0">
            <a:off x="5283198" y="4241799"/>
            <a:ext cx="6502399" cy="1828796"/>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Aptos Narrow"/>
              <a:cs typeface="Aptos Narrow"/>
            </a:endParaRPr>
          </a:p>
        </p:txBody>
      </p:sp>
      <p:sp>
        <p:nvSpPr>
          <p:cNvPr id="76313564" name="Title 1"/>
          <p:cNvSpPr>
            <a:spLocks noGrp="1"/>
          </p:cNvSpPr>
          <p:nvPr>
            <p:ph type="title"/>
          </p:nvPr>
        </p:nvSpPr>
        <p:spPr bwMode="auto"/>
        <p:txBody>
          <a:bodyPr/>
          <a:lstStyle/>
          <a:p>
            <a:pPr>
              <a:defRPr/>
            </a:pPr>
            <a:r>
              <a:rPr lang="it-IT" sz="2400" b="1" i="0" u="none" strike="noStrike" cap="none" spc="0">
                <a:solidFill>
                  <a:schemeClr val="accent1"/>
                </a:solidFill>
                <a:latin typeface="Aptos Narrow"/>
                <a:ea typeface="Aptos Narrow"/>
                <a:cs typeface="Aptos Narrow"/>
              </a:rPr>
              <a:t>{company_name}</a:t>
            </a:r>
            <a:r>
              <a:rPr lang="it-IT" sz="2400" b="1" i="0" u="none" strike="noStrike" cap="none" spc="0">
                <a:solidFill>
                  <a:schemeClr val="tx2"/>
                </a:solidFill>
                <a:latin typeface="Aptos Narrow"/>
                <a:ea typeface="Aptos Narrow"/>
                <a:cs typeface="Aptos Narrow"/>
              </a:rPr>
              <a:t> </a:t>
            </a:r>
            <a:r>
              <a:rPr lang="it-IT" sz="2400" b="1" i="0" u="none" strike="noStrike" cap="none" spc="0">
                <a:solidFill>
                  <a:schemeClr val="tx1"/>
                </a:solidFill>
                <a:latin typeface="Aptos Narrow"/>
                <a:ea typeface="Aptos Narrow"/>
                <a:cs typeface="Aptos Narrow"/>
              </a:rPr>
              <a:t>| </a:t>
            </a:r>
            <a:r>
              <a:rPr lang="it-IT">
                <a:solidFill>
                  <a:schemeClr val="tx1"/>
                </a:solidFill>
                <a:latin typeface="Aptos Narrow"/>
                <a:ea typeface="Aptos Narrow"/>
                <a:cs typeface="Aptos Narrow"/>
              </a:rPr>
              <a:t>Company </a:t>
            </a:r>
            <a:r>
              <a:rPr lang="it-IT">
                <a:solidFill>
                  <a:schemeClr val="tx1"/>
                </a:solidFill>
                <a:latin typeface="Aptos Narrow"/>
                <a:ea typeface="Aptos Narrow"/>
                <a:cs typeface="Aptos Narrow"/>
              </a:rPr>
              <a:t>overview</a:t>
            </a:r>
            <a:endParaRPr>
              <a:solidFill>
                <a:schemeClr val="tx1"/>
              </a:solidFill>
              <a:latin typeface="Aptos Narrow"/>
              <a:cs typeface="Aptos Narrow"/>
            </a:endParaRPr>
          </a:p>
        </p:txBody>
      </p:sp>
      <p:sp>
        <p:nvSpPr>
          <p:cNvPr id="988494416" name="Footer Placeholder 4"/>
          <p:cNvSpPr>
            <a:spLocks noGrp="1"/>
          </p:cNvSpPr>
          <p:nvPr>
            <p:ph type="ftr" sz="quarter" idx="3"/>
          </p:nvPr>
        </p:nvSpPr>
        <p:spPr bwMode="auto">
          <a:prstGeom prst="rect">
            <a:avLst/>
          </a:prstGeom>
        </p:spPr>
        <p:txBody>
          <a:bodyPr/>
          <a:lstStyle/>
          <a:p>
            <a:pPr>
              <a:defRPr/>
            </a:pPr>
            <a:r>
              <a:rPr lang="it-IT">
                <a:latin typeface="Aptos Narrow"/>
                <a:ea typeface="Aptos Narrow"/>
                <a:cs typeface="Aptos Narrow"/>
              </a:rPr>
              <a:t>Note: All figures expressed in USD</a:t>
            </a:r>
            <a:endParaRPr>
              <a:latin typeface="Aptos Narrow"/>
              <a:cs typeface="Aptos Narrow"/>
            </a:endParaRPr>
          </a:p>
          <a:p>
            <a:pPr>
              <a:defRPr/>
            </a:pPr>
            <a:r>
              <a:rPr>
                <a:latin typeface="Aptos Narrow"/>
                <a:ea typeface="Aptos Narrow"/>
                <a:cs typeface="Aptos Narrow"/>
              </a:rPr>
              <a:t>Source</a:t>
            </a:r>
            <a:r>
              <a:rPr lang="it-IT">
                <a:latin typeface="Aptos Narrow"/>
                <a:ea typeface="Aptos Narrow"/>
                <a:cs typeface="Aptos Narrow"/>
              </a:rPr>
              <a:t>: Yahoo Finance, Mistral</a:t>
            </a:r>
            <a:endParaRPr>
              <a:latin typeface="Aptos Narrow"/>
              <a:cs typeface="Aptos Narrow"/>
            </a:endParaRPr>
          </a:p>
        </p:txBody>
      </p:sp>
      <p:sp>
        <p:nvSpPr>
          <p:cNvPr id="905652232" name="Slide Number Placeholder 5"/>
          <p:cNvSpPr>
            <a:spLocks noGrp="1"/>
          </p:cNvSpPr>
          <p:nvPr>
            <p:ph type="sldNum" sz="quarter" idx="4"/>
          </p:nvPr>
        </p:nvSpPr>
        <p:spPr bwMode="auto">
          <a:prstGeom prst="rect">
            <a:avLst/>
          </a:prstGeom>
        </p:spPr>
        <p:txBody>
          <a:bodyPr/>
          <a:lstStyle/>
          <a:p>
            <a:pPr>
              <a:defRPr/>
            </a:pPr>
            <a:fld id="{A170F022-B519-FB71-528A-C27255DF51EF}" type="slidenum">
              <a:rPr lang="en-US">
                <a:latin typeface="Aptos Narrow"/>
                <a:ea typeface="Aptos Narrow"/>
                <a:cs typeface="Aptos Narrow"/>
              </a:rPr>
              <a:t>&lt;#&gt;</a:t>
            </a:fld>
            <a:endParaRPr>
              <a:latin typeface="Aptos Narrow"/>
              <a:cs typeface="Aptos Narrow"/>
            </a:endParaRPr>
          </a:p>
        </p:txBody>
      </p:sp>
      <p:cxnSp>
        <p:nvCxnSpPr>
          <p:cNvPr id="1648361201" name=""/>
          <p:cNvCxnSpPr/>
          <p:nvPr/>
        </p:nvCxnSpPr>
        <p:spPr bwMode="auto">
          <a:xfrm flipH="0" flipV="0">
            <a:off x="5283198" y="1600185"/>
            <a:ext cx="6502399" cy="338"/>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71562212" name=""/>
          <p:cNvCxnSpPr/>
          <p:nvPr/>
        </p:nvCxnSpPr>
        <p:spPr bwMode="auto">
          <a:xfrm flipH="0" flipV="0">
            <a:off x="406397" y="1600200"/>
            <a:ext cx="4673601"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42799472" name=""/>
          <p:cNvSpPr txBox="1"/>
          <p:nvPr/>
        </p:nvSpPr>
        <p:spPr bwMode="auto">
          <a:xfrm rot="0" flipH="0" flipV="0">
            <a:off x="5283198" y="1193800"/>
            <a:ext cx="650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Aptos Narrow"/>
                <a:ea typeface="Aptos Narrow"/>
                <a:cs typeface="Aptos Narrow"/>
              </a:rPr>
              <a:t>Business description</a:t>
            </a:r>
            <a:endParaRPr b="1">
              <a:solidFill>
                <a:schemeClr val="tx1"/>
              </a:solidFill>
              <a:latin typeface="Aptos Narrow"/>
              <a:cs typeface="Aptos Narrow"/>
            </a:endParaRPr>
          </a:p>
        </p:txBody>
      </p:sp>
      <p:sp>
        <p:nvSpPr>
          <p:cNvPr id="56000241" name=""/>
          <p:cNvSpPr txBox="1"/>
          <p:nvPr/>
        </p:nvSpPr>
        <p:spPr bwMode="auto">
          <a:xfrm rot="0" flipH="0" flipV="0">
            <a:off x="406397" y="1193799"/>
            <a:ext cx="4673601"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Aptos Narrow"/>
                <a:ea typeface="Aptos Narrow"/>
                <a:cs typeface="Aptos Narrow"/>
              </a:rPr>
              <a:t>Key data</a:t>
            </a:r>
            <a:endParaRPr b="1">
              <a:solidFill>
                <a:schemeClr val="tx1"/>
              </a:solidFill>
              <a:latin typeface="Aptos Narrow"/>
              <a:cs typeface="Aptos Narrow"/>
            </a:endParaRPr>
          </a:p>
        </p:txBody>
      </p:sp>
      <p:sp>
        <p:nvSpPr>
          <p:cNvPr id="1555786118" name="description"/>
          <p:cNvSpPr txBox="1"/>
          <p:nvPr/>
        </p:nvSpPr>
        <p:spPr bwMode="auto">
          <a:xfrm rot="0" flipH="0" flipV="0">
            <a:off x="5283198" y="1803399"/>
            <a:ext cx="6502398" cy="1828797"/>
          </a:xfrm>
          <a:prstGeom prst="rect">
            <a:avLst/>
          </a:prstGeom>
          <a:gradFill>
            <a:gsLst>
              <a:gs pos="0">
                <a:schemeClr val="bg1"/>
              </a:gs>
              <a:gs pos="100000">
                <a:schemeClr val="bg1">
                  <a:lumMod val="85000"/>
                </a:schemeClr>
              </a:gs>
            </a:gsLst>
            <a:lin ang="2700000" scaled="1"/>
          </a:gradFill>
          <a:ln w="12700">
            <a:solidFill>
              <a:schemeClr val="tx1"/>
            </a:solidFill>
            <a:prstDash val="solid"/>
          </a:ln>
        </p:spPr>
        <p:txBody>
          <a:bodyPr vertOverflow="overflow" horzOverflow="overflow" vert="horz" wrap="square" lIns="91440" tIns="45720" rIns="91440" bIns="45720" numCol="1" spcCol="0" rtlCol="0" fromWordArt="0" anchor="t" anchorCtr="0" forceAA="0" upright="0" compatLnSpc="0">
            <a:noAutofit/>
          </a:bodyPr>
          <a:p>
            <a:pPr algn="just">
              <a:defRPr/>
            </a:pPr>
            <a:r>
              <a:rPr lang="en-US" sz="1600" b="0" i="0" u="none" strike="noStrike" cap="none" spc="0">
                <a:solidFill>
                  <a:schemeClr val="tx1"/>
                </a:solidFill>
                <a:latin typeface="Aptos Narrow"/>
                <a:ea typeface="Aptos Narrow"/>
                <a:cs typeface="Aptos Narrow"/>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 Fusce condimentum quam ante, eu pellentesque eros finibus et. Cras ultricies fringilla tincidunt. </a:t>
            </a:r>
            <a:endParaRPr sz="1600">
              <a:solidFill>
                <a:schemeClr val="tx1"/>
              </a:solidFill>
              <a:latin typeface="Aptos Narrow"/>
              <a:cs typeface="Aptos Narrow"/>
            </a:endParaRPr>
          </a:p>
        </p:txBody>
      </p:sp>
      <p:cxnSp>
        <p:nvCxnSpPr>
          <p:cNvPr id="1652232494" name=""/>
          <p:cNvCxnSpPr/>
          <p:nvPr/>
        </p:nvCxnSpPr>
        <p:spPr bwMode="auto">
          <a:xfrm flipH="0" flipV="0">
            <a:off x="5486400"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75000945" name="ltm_revenue"/>
          <p:cNvSpPr txBox="1"/>
          <p:nvPr/>
        </p:nvSpPr>
        <p:spPr bwMode="auto">
          <a:xfrm rot="0" flipH="0" flipV="0">
            <a:off x="54864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Aptos Narrow"/>
                <a:ea typeface="Aptos Narrow"/>
                <a:cs typeface="Aptos Narrow"/>
              </a:rPr>
              <a:t>XX.XB</a:t>
            </a:r>
            <a:endParaRPr sz="2400" b="1">
              <a:solidFill>
                <a:schemeClr val="accent1"/>
              </a:solidFill>
              <a:latin typeface="Aptos Narrow"/>
              <a:cs typeface="Aptos Narrow"/>
            </a:endParaRPr>
          </a:p>
        </p:txBody>
      </p:sp>
      <p:sp>
        <p:nvSpPr>
          <p:cNvPr id="1587624905" name=""/>
          <p:cNvSpPr txBox="1"/>
          <p:nvPr/>
        </p:nvSpPr>
        <p:spPr bwMode="auto">
          <a:xfrm rot="0" flipH="0" flipV="0">
            <a:off x="5486400"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LTM Revenue</a:t>
            </a:r>
            <a:endParaRPr sz="1400" b="1">
              <a:solidFill>
                <a:schemeClr val="tx1"/>
              </a:solidFill>
              <a:latin typeface="Aptos Narrow"/>
              <a:cs typeface="Aptos Narrow"/>
            </a:endParaRPr>
          </a:p>
        </p:txBody>
      </p:sp>
      <p:cxnSp>
        <p:nvCxnSpPr>
          <p:cNvPr id="1722973870" name=""/>
          <p:cNvCxnSpPr/>
          <p:nvPr/>
        </p:nvCxnSpPr>
        <p:spPr bwMode="auto">
          <a:xfrm flipH="0" flipV="0">
            <a:off x="7111999"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78010714" name="revenue_growth"/>
          <p:cNvSpPr txBox="1"/>
          <p:nvPr/>
        </p:nvSpPr>
        <p:spPr bwMode="auto">
          <a:xfrm rot="0" flipH="0" flipV="0">
            <a:off x="71120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Aptos Narrow"/>
                <a:ea typeface="Aptos Narrow"/>
                <a:cs typeface="Aptos Narrow"/>
              </a:rPr>
              <a:t>XX.X%</a:t>
            </a:r>
            <a:endParaRPr sz="2400" b="1">
              <a:solidFill>
                <a:schemeClr val="accent1"/>
              </a:solidFill>
              <a:latin typeface="Aptos Narrow"/>
              <a:cs typeface="Aptos Narrow"/>
            </a:endParaRPr>
          </a:p>
        </p:txBody>
      </p:sp>
      <p:sp>
        <p:nvSpPr>
          <p:cNvPr id="571184061" name=""/>
          <p:cNvSpPr txBox="1"/>
          <p:nvPr/>
        </p:nvSpPr>
        <p:spPr bwMode="auto">
          <a:xfrm rot="0" flipH="0" flipV="0">
            <a:off x="7111999"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Revenue growth</a:t>
            </a:r>
            <a:endParaRPr sz="1400" b="1">
              <a:solidFill>
                <a:schemeClr val="tx1"/>
              </a:solidFill>
              <a:latin typeface="Aptos Narrow"/>
              <a:cs typeface="Aptos Narrow"/>
            </a:endParaRPr>
          </a:p>
        </p:txBody>
      </p:sp>
      <p:cxnSp>
        <p:nvCxnSpPr>
          <p:cNvPr id="743902426" name=""/>
          <p:cNvCxnSpPr/>
          <p:nvPr/>
        </p:nvCxnSpPr>
        <p:spPr bwMode="auto">
          <a:xfrm flipH="0" flipV="0">
            <a:off x="8737599"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92007483" name="ltm_ebitda"/>
          <p:cNvSpPr txBox="1"/>
          <p:nvPr/>
        </p:nvSpPr>
        <p:spPr bwMode="auto">
          <a:xfrm rot="0" flipH="0" flipV="0">
            <a:off x="87376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Aptos Narrow"/>
                <a:ea typeface="Aptos Narrow"/>
                <a:cs typeface="Aptos Narrow"/>
              </a:rPr>
              <a:t>XX.XB</a:t>
            </a:r>
            <a:endParaRPr sz="2400" b="1">
              <a:solidFill>
                <a:schemeClr val="accent1"/>
              </a:solidFill>
              <a:latin typeface="Aptos Narrow"/>
              <a:cs typeface="Aptos Narrow"/>
            </a:endParaRPr>
          </a:p>
        </p:txBody>
      </p:sp>
      <p:sp>
        <p:nvSpPr>
          <p:cNvPr id="1902079935" name=""/>
          <p:cNvSpPr txBox="1"/>
          <p:nvPr/>
        </p:nvSpPr>
        <p:spPr bwMode="auto">
          <a:xfrm rot="0" flipH="0" flipV="0">
            <a:off x="8737599"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LTM EBITDA</a:t>
            </a:r>
            <a:endParaRPr sz="1400" b="1">
              <a:solidFill>
                <a:schemeClr val="tx1"/>
              </a:solidFill>
              <a:latin typeface="Aptos Narrow"/>
              <a:cs typeface="Aptos Narrow"/>
            </a:endParaRPr>
          </a:p>
        </p:txBody>
      </p:sp>
      <p:cxnSp>
        <p:nvCxnSpPr>
          <p:cNvPr id="1237881614" name=""/>
          <p:cNvCxnSpPr/>
          <p:nvPr/>
        </p:nvCxnSpPr>
        <p:spPr bwMode="auto">
          <a:xfrm flipH="0" flipV="0">
            <a:off x="10363197"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30729917" name="ebitda_margin"/>
          <p:cNvSpPr txBox="1"/>
          <p:nvPr/>
        </p:nvSpPr>
        <p:spPr bwMode="auto">
          <a:xfrm rot="0" flipH="0" flipV="0">
            <a:off x="10363198"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Aptos Narrow"/>
                <a:ea typeface="Aptos Narrow"/>
                <a:cs typeface="Aptos Narrow"/>
              </a:rPr>
              <a:t>XX.X%</a:t>
            </a:r>
            <a:endParaRPr sz="2400" b="1">
              <a:solidFill>
                <a:schemeClr val="accent1"/>
              </a:solidFill>
              <a:latin typeface="Aptos Narrow"/>
              <a:cs typeface="Aptos Narrow"/>
            </a:endParaRPr>
          </a:p>
        </p:txBody>
      </p:sp>
      <p:sp>
        <p:nvSpPr>
          <p:cNvPr id="1316996574" name=""/>
          <p:cNvSpPr txBox="1"/>
          <p:nvPr/>
        </p:nvSpPr>
        <p:spPr bwMode="auto">
          <a:xfrm rot="0" flipH="0" flipV="0">
            <a:off x="10363197"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EBITDA margin</a:t>
            </a:r>
            <a:endParaRPr sz="1400" b="1">
              <a:solidFill>
                <a:schemeClr val="tx1"/>
              </a:solidFill>
              <a:latin typeface="Aptos Narrow"/>
              <a:cs typeface="Aptos Narrow"/>
            </a:endParaRPr>
          </a:p>
        </p:txBody>
      </p:sp>
      <p:sp>
        <p:nvSpPr>
          <p:cNvPr id="1285659088" name=""/>
          <p:cNvSpPr txBox="1"/>
          <p:nvPr/>
        </p:nvSpPr>
        <p:spPr bwMode="auto">
          <a:xfrm rot="0" flipH="0" flipV="0">
            <a:off x="5283198" y="3835399"/>
            <a:ext cx="6502398" cy="406397"/>
          </a:xfrm>
          <a:prstGeom prst="rect">
            <a:avLst/>
          </a:prstGeom>
          <a:gradFill>
            <a:gsLst>
              <a:gs pos="0">
                <a:schemeClr val="tx1"/>
              </a:gs>
              <a:gs pos="100000">
                <a:schemeClr val="tx1">
                  <a:lumMod val="65000"/>
                  <a:lumOff val="35000"/>
                </a:schemeClr>
              </a:gs>
            </a:gsLst>
            <a:lin ang="2700000" scaled="1"/>
          </a:gradFill>
          <a:ln w="12700">
            <a:solidFill>
              <a:schemeClr val="tx1"/>
            </a:solidFill>
            <a:prstDash val="solid"/>
          </a:ln>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bg2"/>
                </a:solidFill>
                <a:latin typeface="Aptos Narrow"/>
                <a:ea typeface="Aptos Narrow"/>
                <a:cs typeface="Aptos Narrow"/>
              </a:rPr>
              <a:t>Latest financials</a:t>
            </a:r>
            <a:endParaRPr b="1">
              <a:solidFill>
                <a:schemeClr val="bg2"/>
              </a:solidFill>
              <a:latin typeface="Aptos Narrow"/>
              <a:cs typeface="Aptos Narrow"/>
            </a:endParaRPr>
          </a:p>
        </p:txBody>
      </p:sp>
      <p:cxnSp>
        <p:nvCxnSpPr>
          <p:cNvPr id="504080021" name=""/>
          <p:cNvCxnSpPr/>
          <p:nvPr/>
        </p:nvCxnSpPr>
        <p:spPr bwMode="auto">
          <a:xfrm rot="0" flipH="0" flipV="0">
            <a:off x="2235196" y="2425534"/>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17872809" name=""/>
          <p:cNvCxnSpPr/>
          <p:nvPr/>
        </p:nvCxnSpPr>
        <p:spPr bwMode="auto">
          <a:xfrm rot="0" flipH="0" flipV="0">
            <a:off x="609597" y="2425892"/>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501863300" name=""/>
          <p:cNvCxnSpPr/>
          <p:nvPr/>
        </p:nvCxnSpPr>
        <p:spPr bwMode="auto">
          <a:xfrm rot="0" flipH="0" flipV="0">
            <a:off x="2235196" y="2857358"/>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602991021" name=""/>
          <p:cNvCxnSpPr/>
          <p:nvPr/>
        </p:nvCxnSpPr>
        <p:spPr bwMode="auto">
          <a:xfrm rot="0" flipH="0" flipV="0">
            <a:off x="609597" y="2857718"/>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81435199" name=""/>
          <p:cNvCxnSpPr/>
          <p:nvPr/>
        </p:nvCxnSpPr>
        <p:spPr bwMode="auto">
          <a:xfrm rot="0" flipH="0" flipV="0">
            <a:off x="2235196" y="3289184"/>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48219864" name=""/>
          <p:cNvCxnSpPr/>
          <p:nvPr/>
        </p:nvCxnSpPr>
        <p:spPr bwMode="auto">
          <a:xfrm rot="0" flipH="0" flipV="0">
            <a:off x="609597" y="3289477"/>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30390344" name=""/>
          <p:cNvCxnSpPr/>
          <p:nvPr/>
        </p:nvCxnSpPr>
        <p:spPr bwMode="auto">
          <a:xfrm rot="0" flipH="0" flipV="0">
            <a:off x="2235196" y="3720980"/>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47793031" name=""/>
          <p:cNvCxnSpPr/>
          <p:nvPr/>
        </p:nvCxnSpPr>
        <p:spPr bwMode="auto">
          <a:xfrm rot="0" flipH="0" flipV="0">
            <a:off x="609597" y="3721276"/>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91801643" name=""/>
          <p:cNvCxnSpPr/>
          <p:nvPr/>
        </p:nvCxnSpPr>
        <p:spPr bwMode="auto">
          <a:xfrm rot="0" flipH="0" flipV="0">
            <a:off x="2235196" y="4152741"/>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90340978" name=""/>
          <p:cNvCxnSpPr/>
          <p:nvPr/>
        </p:nvCxnSpPr>
        <p:spPr bwMode="auto">
          <a:xfrm rot="0" flipH="0" flipV="0">
            <a:off x="609597" y="4153035"/>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53844139" name=""/>
          <p:cNvCxnSpPr/>
          <p:nvPr/>
        </p:nvCxnSpPr>
        <p:spPr bwMode="auto">
          <a:xfrm rot="0" flipH="0" flipV="0">
            <a:off x="2235196" y="4584542"/>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43874021" name=""/>
          <p:cNvCxnSpPr/>
          <p:nvPr/>
        </p:nvCxnSpPr>
        <p:spPr bwMode="auto">
          <a:xfrm rot="0" flipH="0" flipV="0">
            <a:off x="609597" y="4584838"/>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12750214" name=""/>
          <p:cNvCxnSpPr/>
          <p:nvPr/>
        </p:nvCxnSpPr>
        <p:spPr bwMode="auto">
          <a:xfrm rot="0" flipH="0" flipV="0">
            <a:off x="2235196" y="5016303"/>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16148243" name=""/>
          <p:cNvCxnSpPr/>
          <p:nvPr/>
        </p:nvCxnSpPr>
        <p:spPr bwMode="auto">
          <a:xfrm rot="0" flipH="0" flipV="0">
            <a:off x="609597" y="5016597"/>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50295000" name=""/>
          <p:cNvCxnSpPr/>
          <p:nvPr/>
        </p:nvCxnSpPr>
        <p:spPr bwMode="auto">
          <a:xfrm rot="0" flipH="0" flipV="0">
            <a:off x="609597" y="5448465"/>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62010546" name=""/>
          <p:cNvCxnSpPr/>
          <p:nvPr/>
        </p:nvCxnSpPr>
        <p:spPr bwMode="auto">
          <a:xfrm rot="0" flipH="0" flipV="0">
            <a:off x="2235197" y="5448064"/>
            <a:ext cx="2641604"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0366909" name="Footer Placeholder 4"/>
          <p:cNvSpPr>
            <a:spLocks noGrp="1"/>
          </p:cNvSpPr>
          <p:nvPr>
            <p:ph type="ftr" sz="quarter" idx="3"/>
          </p:nvPr>
        </p:nvSpPr>
        <p:spPr bwMode="auto">
          <a:prstGeom prst="rect">
            <a:avLst/>
          </a:prstGeom>
        </p:spPr>
        <p:txBody>
          <a:bodyPr/>
          <a:lstStyle/>
          <a:p>
            <a:pPr>
              <a:defRPr/>
            </a:pPr>
            <a:r>
              <a:rPr lang="it-IT">
                <a:latin typeface="Aptos Narrow"/>
                <a:ea typeface="Aptos Narrow"/>
                <a:cs typeface="Aptos Narrow"/>
              </a:rPr>
              <a:t>Note: All figures expressed in USD</a:t>
            </a:r>
            <a:endParaRPr>
              <a:latin typeface="Aptos Narrow"/>
              <a:cs typeface="Aptos Narrow"/>
            </a:endParaRPr>
          </a:p>
          <a:p>
            <a:pPr>
              <a:defRPr/>
            </a:pPr>
            <a:r>
              <a:rPr>
                <a:latin typeface="Aptos Narrow"/>
                <a:ea typeface="Aptos Narrow"/>
                <a:cs typeface="Aptos Narrow"/>
              </a:rPr>
              <a:t>Source</a:t>
            </a:r>
            <a:r>
              <a:rPr lang="it-IT">
                <a:latin typeface="Aptos Narrow"/>
                <a:ea typeface="Aptos Narrow"/>
                <a:cs typeface="Aptos Narrow"/>
              </a:rPr>
              <a:t>: Yahoo Finance</a:t>
            </a:r>
            <a:endParaRPr>
              <a:latin typeface="Aptos Narrow"/>
              <a:cs typeface="Aptos Narrow"/>
            </a:endParaRPr>
          </a:p>
        </p:txBody>
      </p:sp>
      <p:sp>
        <p:nvSpPr>
          <p:cNvPr id="144057939" name="Rectangle 155402662"/>
          <p:cNvSpPr txBox="1"/>
          <p:nvPr/>
        </p:nvSpPr>
        <p:spPr bwMode="auto">
          <a:xfrm rot="0" flipH="0" flipV="0">
            <a:off x="3454398" y="6273801"/>
            <a:ext cx="1219199"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Aptos Narrow"/>
                <a:ea typeface="Aptos Narrow"/>
                <a:cs typeface="Aptos Narrow"/>
              </a:rPr>
              <a:t>Close </a:t>
            </a:r>
            <a:r>
              <a:rPr lang="it-IT" sz="1400" b="0">
                <a:solidFill>
                  <a:schemeClr val="tx1"/>
                </a:solidFill>
                <a:latin typeface="Aptos Narrow"/>
                <a:ea typeface="Aptos Narrow"/>
                <a:cs typeface="Aptos Narrow"/>
              </a:rPr>
              <a:t>price</a:t>
            </a:r>
            <a:endParaRPr sz="1400" b="0">
              <a:solidFill>
                <a:schemeClr val="tx1"/>
              </a:solidFill>
              <a:latin typeface="Aptos Narrow"/>
              <a:cs typeface="Aptos Narrow"/>
            </a:endParaRPr>
          </a:p>
        </p:txBody>
      </p:sp>
      <p:sp>
        <p:nvSpPr>
          <p:cNvPr id="656131169" name="Rectangle 155402662"/>
          <p:cNvSpPr txBox="1"/>
          <p:nvPr/>
        </p:nvSpPr>
        <p:spPr bwMode="auto">
          <a:xfrm rot="0" flipH="0" flipV="0">
            <a:off x="4876799" y="6273798"/>
            <a:ext cx="1219199"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Aptos Narrow"/>
                <a:ea typeface="Aptos Narrow"/>
                <a:cs typeface="Aptos Narrow"/>
              </a:rPr>
              <a:t>Mean price</a:t>
            </a:r>
            <a:endParaRPr sz="1400" b="0">
              <a:solidFill>
                <a:schemeClr val="tx1"/>
              </a:solidFill>
              <a:latin typeface="Aptos Narrow"/>
              <a:cs typeface="Aptos Narrow"/>
            </a:endParaRPr>
          </a:p>
        </p:txBody>
      </p:sp>
      <p:sp>
        <p:nvSpPr>
          <p:cNvPr id="400614566" name="Rectangle 155402662"/>
          <p:cNvSpPr txBox="1"/>
          <p:nvPr/>
        </p:nvSpPr>
        <p:spPr bwMode="auto">
          <a:xfrm rot="0" flipH="0" flipV="0">
            <a:off x="6299198" y="6273798"/>
            <a:ext cx="2031997"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Aptos Narrow"/>
                <a:ea typeface="Aptos Narrow"/>
                <a:cs typeface="Aptos Narrow"/>
              </a:rPr>
              <a:t>Analyst expectation</a:t>
            </a:r>
            <a:endParaRPr sz="1400" b="0">
              <a:solidFill>
                <a:schemeClr val="tx1"/>
              </a:solidFill>
              <a:latin typeface="Aptos Narrow"/>
              <a:cs typeface="Aptos Narrow"/>
            </a:endParaRPr>
          </a:p>
        </p:txBody>
      </p:sp>
      <p:sp>
        <p:nvSpPr>
          <p:cNvPr id="776583228" name=""/>
          <p:cNvSpPr/>
          <p:nvPr/>
        </p:nvSpPr>
        <p:spPr bwMode="auto">
          <a:xfrm rot="0" flipH="0" flipV="0">
            <a:off x="406399" y="1803399"/>
            <a:ext cx="7924793" cy="4267199"/>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Aptos Narrow"/>
              <a:cs typeface="Aptos Narrow"/>
            </a:endParaRPr>
          </a:p>
        </p:txBody>
      </p:sp>
      <p:sp>
        <p:nvSpPr>
          <p:cNvPr id="1273989582" name=""/>
          <p:cNvSpPr/>
          <p:nvPr/>
        </p:nvSpPr>
        <p:spPr bwMode="auto">
          <a:xfrm rot="0" flipH="0" flipV="0">
            <a:off x="10159997" y="1803399"/>
            <a:ext cx="1625598" cy="4267199"/>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Aptos Narrow"/>
              <a:cs typeface="Aptos Narrow"/>
            </a:endParaRPr>
          </a:p>
        </p:txBody>
      </p:sp>
      <p:sp>
        <p:nvSpPr>
          <p:cNvPr id="50561139" name="Title 1"/>
          <p:cNvSpPr>
            <a:spLocks noGrp="1"/>
          </p:cNvSpPr>
          <p:nvPr>
            <p:ph type="title"/>
          </p:nvPr>
        </p:nvSpPr>
        <p:spPr bwMode="auto"/>
        <p:txBody>
          <a:bodyPr/>
          <a:lstStyle/>
          <a:p>
            <a:pPr>
              <a:defRPr/>
            </a:pPr>
            <a:r>
              <a:rPr lang="it-IT" sz="2400" b="1" i="0" u="none" strike="noStrike" cap="none" spc="0">
                <a:solidFill>
                  <a:schemeClr val="accent1"/>
                </a:solidFill>
                <a:latin typeface="Aptos Narrow"/>
                <a:ea typeface="Aptos Narrow"/>
                <a:cs typeface="Aptos Narrow"/>
              </a:rPr>
              <a:t>{company_name}</a:t>
            </a:r>
            <a:r>
              <a:rPr lang="it-IT" sz="2400" b="1" i="0" u="none" strike="noStrike" cap="none" spc="0">
                <a:solidFill>
                  <a:schemeClr val="tx2"/>
                </a:solidFill>
                <a:latin typeface="Aptos Narrow"/>
                <a:ea typeface="Aptos Narrow"/>
                <a:cs typeface="Aptos Narrow"/>
              </a:rPr>
              <a:t> </a:t>
            </a:r>
            <a:r>
              <a:rPr lang="it-IT">
                <a:solidFill>
                  <a:schemeClr val="tx1"/>
                </a:solidFill>
                <a:latin typeface="Aptos Narrow"/>
                <a:ea typeface="Aptos Narrow"/>
                <a:cs typeface="Aptos Narrow"/>
              </a:rPr>
              <a:t>| Historical trading price</a:t>
            </a:r>
            <a:endParaRPr>
              <a:solidFill>
                <a:schemeClr val="tx1"/>
              </a:solidFill>
              <a:latin typeface="Aptos Narrow"/>
              <a:cs typeface="Aptos Narrow"/>
            </a:endParaRPr>
          </a:p>
        </p:txBody>
      </p:sp>
      <p:sp>
        <p:nvSpPr>
          <p:cNvPr id="442248667" name="Slide Number Placeholder 5"/>
          <p:cNvSpPr>
            <a:spLocks noGrp="1"/>
          </p:cNvSpPr>
          <p:nvPr>
            <p:ph type="sldNum" sz="quarter" idx="4"/>
          </p:nvPr>
        </p:nvSpPr>
        <p:spPr bwMode="auto">
          <a:prstGeom prst="rect">
            <a:avLst/>
          </a:prstGeom>
        </p:spPr>
        <p:txBody>
          <a:bodyPr/>
          <a:lstStyle/>
          <a:p>
            <a:pPr>
              <a:defRPr/>
            </a:pPr>
            <a:fld id="{60174F69-8CA3-599D-BB30-EC0F6EAAB2E2}" type="slidenum">
              <a:rPr lang="en-US">
                <a:latin typeface="Aptos Narrow"/>
                <a:ea typeface="Aptos Narrow"/>
                <a:cs typeface="Aptos Narrow"/>
              </a:rPr>
              <a:t>2</a:t>
            </a:fld>
            <a:endParaRPr>
              <a:latin typeface="Aptos Narrow"/>
              <a:cs typeface="Aptos Narrow"/>
            </a:endParaRPr>
          </a:p>
        </p:txBody>
      </p:sp>
      <p:cxnSp>
        <p:nvCxnSpPr>
          <p:cNvPr id="668499557" name=""/>
          <p:cNvCxnSpPr/>
          <p:nvPr/>
        </p:nvCxnSpPr>
        <p:spPr bwMode="auto">
          <a:xfrm flipH="0" flipV="0">
            <a:off x="406398" y="1600521"/>
            <a:ext cx="7924795"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81260099" name=""/>
          <p:cNvCxnSpPr/>
          <p:nvPr/>
        </p:nvCxnSpPr>
        <p:spPr bwMode="auto">
          <a:xfrm flipH="0" flipV="0">
            <a:off x="8534398" y="1600200"/>
            <a:ext cx="3251197" cy="321"/>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43260438" name=""/>
          <p:cNvSpPr txBox="1"/>
          <p:nvPr/>
        </p:nvSpPr>
        <p:spPr bwMode="auto">
          <a:xfrm rot="0" flipH="0" flipV="0">
            <a:off x="406399" y="1193799"/>
            <a:ext cx="7924793"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Aptos Narrow"/>
                <a:ea typeface="Aptos Narrow"/>
                <a:cs typeface="Aptos Narrow"/>
              </a:rPr>
              <a:t>Last 6 months trading price</a:t>
            </a:r>
            <a:endParaRPr b="1">
              <a:solidFill>
                <a:schemeClr val="tx1"/>
              </a:solidFill>
              <a:latin typeface="Aptos Narrow"/>
              <a:cs typeface="Aptos Narrow"/>
            </a:endParaRPr>
          </a:p>
        </p:txBody>
      </p:sp>
      <p:sp>
        <p:nvSpPr>
          <p:cNvPr id="400710706" name=""/>
          <p:cNvSpPr txBox="1"/>
          <p:nvPr/>
        </p:nvSpPr>
        <p:spPr bwMode="auto">
          <a:xfrm rot="0" flipH="0" flipV="0">
            <a:off x="8534403" y="1193799"/>
            <a:ext cx="3251197"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Aptos Narrow"/>
                <a:ea typeface="Aptos Narrow"/>
                <a:cs typeface="Aptos Narrow"/>
              </a:rPr>
              <a:t>Price statistics</a:t>
            </a:r>
            <a:endParaRPr b="1">
              <a:solidFill>
                <a:schemeClr val="tx1"/>
              </a:solidFill>
              <a:latin typeface="Aptos Narrow"/>
              <a:cs typeface="Aptos Narrow"/>
            </a:endParaRPr>
          </a:p>
        </p:txBody>
      </p:sp>
      <p:sp>
        <p:nvSpPr>
          <p:cNvPr id="1837600556" name=""/>
          <p:cNvSpPr/>
          <p:nvPr/>
        </p:nvSpPr>
        <p:spPr bwMode="auto">
          <a:xfrm rot="0" flipH="0" flipV="0">
            <a:off x="8534397" y="1803399"/>
            <a:ext cx="1625598" cy="42671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Aptos Narrow"/>
              <a:cs typeface="Aptos Narrow"/>
            </a:endParaRPr>
          </a:p>
        </p:txBody>
      </p:sp>
      <p:cxnSp>
        <p:nvCxnSpPr>
          <p:cNvPr id="2114907070" name=""/>
          <p:cNvCxnSpPr/>
          <p:nvPr/>
        </p:nvCxnSpPr>
        <p:spPr bwMode="auto">
          <a:xfrm flipH="0" flipV="0">
            <a:off x="10363195" y="3835107"/>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17787339" name=""/>
          <p:cNvCxnSpPr/>
          <p:nvPr/>
        </p:nvCxnSpPr>
        <p:spPr bwMode="auto">
          <a:xfrm flipH="0" flipV="0">
            <a:off x="10363195" y="4241504"/>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99033788" name=""/>
          <p:cNvCxnSpPr/>
          <p:nvPr/>
        </p:nvCxnSpPr>
        <p:spPr bwMode="auto">
          <a:xfrm flipH="0" flipV="0">
            <a:off x="10363195" y="4647906"/>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61785644" name=""/>
          <p:cNvCxnSpPr/>
          <p:nvPr/>
        </p:nvCxnSpPr>
        <p:spPr bwMode="auto">
          <a:xfrm flipH="0" flipV="0">
            <a:off x="10363195" y="5054305"/>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846338639" name=""/>
          <p:cNvCxnSpPr/>
          <p:nvPr/>
        </p:nvCxnSpPr>
        <p:spPr bwMode="auto">
          <a:xfrm flipH="0" flipV="0">
            <a:off x="10363195" y="5460707"/>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37467447" name="mean_price"/>
          <p:cNvSpPr txBox="1"/>
          <p:nvPr/>
        </p:nvSpPr>
        <p:spPr bwMode="auto">
          <a:xfrm rot="0" flipH="0" flipV="0">
            <a:off x="10159998" y="2819400"/>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accent3"/>
                </a:solidFill>
                <a:latin typeface="Aptos Narrow"/>
                <a:ea typeface="Aptos Narrow"/>
                <a:cs typeface="Aptos Narrow"/>
              </a:rPr>
              <a:t>XXX</a:t>
            </a:r>
            <a:endParaRPr sz="1600" b="1">
              <a:solidFill>
                <a:schemeClr val="accent3"/>
              </a:solidFill>
              <a:latin typeface="Aptos Narrow"/>
              <a:cs typeface="Aptos Narrow"/>
            </a:endParaRPr>
          </a:p>
        </p:txBody>
      </p:sp>
      <p:sp>
        <p:nvSpPr>
          <p:cNvPr id="1960619593" name="max_price"/>
          <p:cNvSpPr txBox="1"/>
          <p:nvPr/>
        </p:nvSpPr>
        <p:spPr bwMode="auto">
          <a:xfrm rot="0" flipH="0" flipV="0">
            <a:off x="10159998" y="3428705"/>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XXX</a:t>
            </a:r>
            <a:endParaRPr sz="1400" b="0">
              <a:solidFill>
                <a:schemeClr val="tx1"/>
              </a:solidFill>
              <a:latin typeface="Aptos Narrow"/>
              <a:cs typeface="Aptos Narrow"/>
            </a:endParaRPr>
          </a:p>
        </p:txBody>
      </p:sp>
      <p:sp>
        <p:nvSpPr>
          <p:cNvPr id="244148815" name="50p_price"/>
          <p:cNvSpPr txBox="1"/>
          <p:nvPr/>
        </p:nvSpPr>
        <p:spPr bwMode="auto">
          <a:xfrm rot="0" flipH="0" flipV="0">
            <a:off x="10159998" y="4241504"/>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XXX</a:t>
            </a:r>
            <a:endParaRPr sz="1400" b="1">
              <a:solidFill>
                <a:schemeClr val="tx1"/>
              </a:solidFill>
              <a:latin typeface="Aptos Narrow"/>
              <a:cs typeface="Aptos Narrow"/>
            </a:endParaRPr>
          </a:p>
        </p:txBody>
      </p:sp>
      <p:sp>
        <p:nvSpPr>
          <p:cNvPr id="1860988197" name="25p_price"/>
          <p:cNvSpPr txBox="1"/>
          <p:nvPr/>
        </p:nvSpPr>
        <p:spPr bwMode="auto">
          <a:xfrm rot="0" flipH="0" flipV="0">
            <a:off x="10159998" y="46479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XXX</a:t>
            </a:r>
            <a:endParaRPr sz="1400" b="0">
              <a:solidFill>
                <a:schemeClr val="tx1"/>
              </a:solidFill>
              <a:latin typeface="Aptos Narrow"/>
              <a:cs typeface="Aptos Narrow"/>
            </a:endParaRPr>
          </a:p>
        </p:txBody>
      </p:sp>
      <p:sp>
        <p:nvSpPr>
          <p:cNvPr id="1309398630" name="min_price"/>
          <p:cNvSpPr txBox="1"/>
          <p:nvPr/>
        </p:nvSpPr>
        <p:spPr bwMode="auto">
          <a:xfrm rot="0" flipH="0" flipV="0">
            <a:off x="10159998" y="50543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XXX</a:t>
            </a:r>
            <a:endParaRPr sz="1400" b="0">
              <a:solidFill>
                <a:schemeClr val="tx1"/>
              </a:solidFill>
              <a:latin typeface="Aptos Narrow"/>
              <a:cs typeface="Aptos Narrow"/>
            </a:endParaRPr>
          </a:p>
        </p:txBody>
      </p:sp>
      <p:sp>
        <p:nvSpPr>
          <p:cNvPr id="1226606281" name="std_price"/>
          <p:cNvSpPr txBox="1"/>
          <p:nvPr/>
        </p:nvSpPr>
        <p:spPr bwMode="auto">
          <a:xfrm rot="0" flipH="0" flipV="0">
            <a:off x="10159998" y="5461000"/>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1318664120" name="75p_price"/>
          <p:cNvSpPr txBox="1"/>
          <p:nvPr/>
        </p:nvSpPr>
        <p:spPr bwMode="auto">
          <a:xfrm rot="0" flipH="0" flipV="0">
            <a:off x="10159998" y="38351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XXX</a:t>
            </a:r>
            <a:endParaRPr sz="1400" b="0">
              <a:solidFill>
                <a:schemeClr val="tx1"/>
              </a:solidFill>
              <a:latin typeface="Aptos Narrow"/>
              <a:cs typeface="Aptos Narrow"/>
            </a:endParaRPr>
          </a:p>
        </p:txBody>
      </p:sp>
      <p:cxnSp>
        <p:nvCxnSpPr>
          <p:cNvPr id="561954521" name=""/>
          <p:cNvCxnSpPr/>
          <p:nvPr/>
        </p:nvCxnSpPr>
        <p:spPr bwMode="auto">
          <a:xfrm flipH="0" flipV="0">
            <a:off x="10363195" y="3428640"/>
            <a:ext cx="12191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62526859" name=""/>
          <p:cNvCxnSpPr/>
          <p:nvPr/>
        </p:nvCxnSpPr>
        <p:spPr bwMode="auto">
          <a:xfrm flipH="0" flipV="0">
            <a:off x="10363195" y="2412999"/>
            <a:ext cx="12191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13104059" name="current_price"/>
          <p:cNvSpPr txBox="1"/>
          <p:nvPr/>
        </p:nvSpPr>
        <p:spPr bwMode="auto">
          <a:xfrm rot="0" flipH="0" flipV="0">
            <a:off x="10159998" y="20065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tx1"/>
                </a:solidFill>
                <a:latin typeface="Aptos Narrow"/>
                <a:ea typeface="Aptos Narrow"/>
                <a:cs typeface="Aptos Narrow"/>
              </a:rPr>
              <a:t>XXX</a:t>
            </a:r>
            <a:endParaRPr sz="1600" b="1">
              <a:solidFill>
                <a:schemeClr val="tx1"/>
              </a:solidFill>
              <a:latin typeface="Aptos Narrow"/>
              <a:cs typeface="Aptos Narrow"/>
            </a:endParaRPr>
          </a:p>
        </p:txBody>
      </p:sp>
      <p:cxnSp>
        <p:nvCxnSpPr>
          <p:cNvPr id="639742468" name=""/>
          <p:cNvCxnSpPr/>
          <p:nvPr/>
        </p:nvCxnSpPr>
        <p:spPr bwMode="auto">
          <a:xfrm rot="0" flipH="0" flipV="0">
            <a:off x="8737596" y="342881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74930182" name=""/>
          <p:cNvSpPr txBox="1"/>
          <p:nvPr/>
        </p:nvSpPr>
        <p:spPr bwMode="auto">
          <a:xfrm rot="0" flipH="0" flipV="0">
            <a:off x="8534396" y="2819399"/>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Mean</a:t>
            </a:r>
            <a:endParaRPr sz="1400" b="1">
              <a:solidFill>
                <a:schemeClr val="bg1"/>
              </a:solidFill>
              <a:latin typeface="Aptos Narrow"/>
              <a:cs typeface="Aptos Narrow"/>
            </a:endParaRPr>
          </a:p>
        </p:txBody>
      </p:sp>
      <p:sp>
        <p:nvSpPr>
          <p:cNvPr id="1577649619" name=""/>
          <p:cNvSpPr txBox="1"/>
          <p:nvPr/>
        </p:nvSpPr>
        <p:spPr bwMode="auto">
          <a:xfrm rot="0" flipH="0" flipV="0">
            <a:off x="8534396" y="3428705"/>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Max</a:t>
            </a:r>
            <a:endParaRPr sz="1400" b="1">
              <a:solidFill>
                <a:schemeClr val="bg1"/>
              </a:solidFill>
              <a:latin typeface="Aptos Narrow"/>
              <a:cs typeface="Aptos Narrow"/>
            </a:endParaRPr>
          </a:p>
        </p:txBody>
      </p:sp>
      <p:sp>
        <p:nvSpPr>
          <p:cNvPr id="829308820" name=""/>
          <p:cNvSpPr txBox="1"/>
          <p:nvPr/>
        </p:nvSpPr>
        <p:spPr bwMode="auto">
          <a:xfrm rot="0" flipH="0" flipV="0">
            <a:off x="8534396" y="4241504"/>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50th</a:t>
            </a:r>
            <a:endParaRPr sz="1400" b="1">
              <a:solidFill>
                <a:schemeClr val="bg1"/>
              </a:solidFill>
              <a:latin typeface="Aptos Narrow"/>
              <a:cs typeface="Aptos Narrow"/>
            </a:endParaRPr>
          </a:p>
        </p:txBody>
      </p:sp>
      <p:sp>
        <p:nvSpPr>
          <p:cNvPr id="894636338" name=""/>
          <p:cNvSpPr txBox="1"/>
          <p:nvPr/>
        </p:nvSpPr>
        <p:spPr bwMode="auto">
          <a:xfrm rot="0" flipH="0" flipV="0">
            <a:off x="8534396" y="4647904"/>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25th</a:t>
            </a:r>
            <a:endParaRPr sz="1400" b="1">
              <a:solidFill>
                <a:schemeClr val="bg1"/>
              </a:solidFill>
              <a:latin typeface="Aptos Narrow"/>
              <a:cs typeface="Aptos Narrow"/>
            </a:endParaRPr>
          </a:p>
        </p:txBody>
      </p:sp>
      <p:sp>
        <p:nvSpPr>
          <p:cNvPr id="357910755" name=""/>
          <p:cNvSpPr txBox="1"/>
          <p:nvPr/>
        </p:nvSpPr>
        <p:spPr bwMode="auto">
          <a:xfrm rot="0" flipH="0" flipV="0">
            <a:off x="8534396" y="5054348"/>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Min</a:t>
            </a:r>
            <a:endParaRPr sz="1400" b="1">
              <a:solidFill>
                <a:schemeClr val="bg1"/>
              </a:solidFill>
              <a:latin typeface="Aptos Narrow"/>
              <a:cs typeface="Aptos Narrow"/>
            </a:endParaRPr>
          </a:p>
        </p:txBody>
      </p:sp>
      <p:sp>
        <p:nvSpPr>
          <p:cNvPr id="920370990" name=""/>
          <p:cNvSpPr txBox="1"/>
          <p:nvPr/>
        </p:nvSpPr>
        <p:spPr bwMode="auto">
          <a:xfrm rot="0" flipH="0" flipV="0">
            <a:off x="8534396" y="5461000"/>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Std Dev</a:t>
            </a:r>
            <a:endParaRPr sz="1400" b="1">
              <a:solidFill>
                <a:schemeClr val="bg1"/>
              </a:solidFill>
              <a:latin typeface="Aptos Narrow"/>
              <a:cs typeface="Aptos Narrow"/>
            </a:endParaRPr>
          </a:p>
        </p:txBody>
      </p:sp>
      <p:sp>
        <p:nvSpPr>
          <p:cNvPr id="1921925712" name=""/>
          <p:cNvSpPr txBox="1"/>
          <p:nvPr/>
        </p:nvSpPr>
        <p:spPr bwMode="auto">
          <a:xfrm rot="0" flipH="0" flipV="0">
            <a:off x="8534396" y="3835146"/>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75th</a:t>
            </a:r>
            <a:endParaRPr sz="1400" b="1">
              <a:solidFill>
                <a:schemeClr val="bg1"/>
              </a:solidFill>
              <a:latin typeface="Aptos Narrow"/>
              <a:cs typeface="Aptos Narrow"/>
            </a:endParaRPr>
          </a:p>
        </p:txBody>
      </p:sp>
      <p:cxnSp>
        <p:nvCxnSpPr>
          <p:cNvPr id="839068739" name=""/>
          <p:cNvCxnSpPr/>
          <p:nvPr/>
        </p:nvCxnSpPr>
        <p:spPr bwMode="auto">
          <a:xfrm rot="0" flipH="0" flipV="0">
            <a:off x="8737596" y="383539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62851758" name=""/>
          <p:cNvCxnSpPr/>
          <p:nvPr/>
        </p:nvCxnSpPr>
        <p:spPr bwMode="auto">
          <a:xfrm rot="0" flipH="0" flipV="0">
            <a:off x="8737596" y="4241801"/>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17081605" name=""/>
          <p:cNvCxnSpPr/>
          <p:nvPr/>
        </p:nvCxnSpPr>
        <p:spPr bwMode="auto">
          <a:xfrm rot="0" flipH="0" flipV="0">
            <a:off x="8737596" y="4648199"/>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86068174" name=""/>
          <p:cNvCxnSpPr/>
          <p:nvPr/>
        </p:nvCxnSpPr>
        <p:spPr bwMode="auto">
          <a:xfrm rot="0" flipH="0" flipV="0">
            <a:off x="8737596" y="5054600"/>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3538622" name=""/>
          <p:cNvCxnSpPr/>
          <p:nvPr/>
        </p:nvCxnSpPr>
        <p:spPr bwMode="auto">
          <a:xfrm rot="0" flipH="0" flipV="0">
            <a:off x="8737596" y="5460999"/>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93567203" name=""/>
          <p:cNvCxnSpPr/>
          <p:nvPr/>
        </p:nvCxnSpPr>
        <p:spPr bwMode="auto">
          <a:xfrm rot="0" flipH="0" flipV="0">
            <a:off x="8737596" y="241317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05128172" name=""/>
          <p:cNvSpPr txBox="1"/>
          <p:nvPr/>
        </p:nvSpPr>
        <p:spPr bwMode="auto">
          <a:xfrm rot="0" flipH="0" flipV="0">
            <a:off x="8534396" y="2006601"/>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Current</a:t>
            </a:r>
            <a:endParaRPr sz="1400" b="1">
              <a:solidFill>
                <a:schemeClr val="bg1"/>
              </a:solidFill>
              <a:latin typeface="Aptos Narrow"/>
              <a:cs typeface="Aptos Narrow"/>
            </a:endParaRPr>
          </a:p>
        </p:txBody>
      </p:sp>
      <p:cxnSp>
        <p:nvCxnSpPr>
          <p:cNvPr id="1300879047" name=""/>
          <p:cNvCxnSpPr/>
          <p:nvPr/>
        </p:nvCxnSpPr>
        <p:spPr bwMode="auto">
          <a:xfrm flipH="0" flipV="0">
            <a:off x="10363195" y="2819399"/>
            <a:ext cx="1219197"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7157639" name=""/>
          <p:cNvCxnSpPr/>
          <p:nvPr/>
        </p:nvCxnSpPr>
        <p:spPr bwMode="auto">
          <a:xfrm rot="0" flipH="0" flipV="0">
            <a:off x="8737596" y="2819579"/>
            <a:ext cx="1161141"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95807561" name="analyst_expectation"/>
          <p:cNvSpPr txBox="1"/>
          <p:nvPr/>
        </p:nvSpPr>
        <p:spPr bwMode="auto">
          <a:xfrm rot="0" flipH="0" flipV="0">
            <a:off x="10159998" y="2413000"/>
            <a:ext cx="1625597"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accent2"/>
                </a:solidFill>
                <a:latin typeface="Aptos Narrow"/>
                <a:ea typeface="Aptos Narrow"/>
                <a:cs typeface="Aptos Narrow"/>
              </a:rPr>
              <a:t>XXX</a:t>
            </a:r>
            <a:endParaRPr sz="1600" b="1">
              <a:solidFill>
                <a:schemeClr val="accent2"/>
              </a:solidFill>
              <a:latin typeface="Aptos Narrow"/>
              <a:cs typeface="Aptos Narrow"/>
            </a:endParaRPr>
          </a:p>
        </p:txBody>
      </p:sp>
      <p:sp>
        <p:nvSpPr>
          <p:cNvPr id="1457279468" name=""/>
          <p:cNvSpPr txBox="1"/>
          <p:nvPr/>
        </p:nvSpPr>
        <p:spPr bwMode="auto">
          <a:xfrm rot="0" flipH="0" flipV="0">
            <a:off x="8534396" y="24129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Expectation</a:t>
            </a:r>
            <a:endParaRPr sz="1400" b="1">
              <a:solidFill>
                <a:schemeClr val="bg1"/>
              </a:solidFill>
              <a:latin typeface="Aptos Narrow"/>
              <a:cs typeface="Aptos Narrow"/>
            </a:endParaRPr>
          </a:p>
        </p:txBody>
      </p:sp>
      <p:pic>
        <p:nvPicPr>
          <p:cNvPr id="800118625" name="price_chart" descr="image.png"/>
          <p:cNvPicPr>
            <a:picLocks noChangeAspect="1"/>
          </p:cNvPicPr>
          <p:nvPr/>
        </p:nvPicPr>
        <p:blipFill rotWithShape="1">
          <a:blip r:embed="rId3"/>
          <a:stretch/>
        </p:blipFill>
        <p:spPr bwMode="auto">
          <a:xfrm rot="0" flipH="0" flipV="0">
            <a:off x="406398" y="1803399"/>
            <a:ext cx="7924795" cy="4267198"/>
          </a:xfrm>
          <a:prstGeom prst="rect">
            <a:avLst/>
          </a:prstGeom>
        </p:spPr>
      </p:pic>
      <p:sp>
        <p:nvSpPr>
          <p:cNvPr id="585842896" name=""/>
          <p:cNvSpPr/>
          <p:nvPr/>
        </p:nvSpPr>
        <p:spPr bwMode="auto">
          <a:xfrm rot="0" flipH="0" flipV="0">
            <a:off x="3454398" y="6273799"/>
            <a:ext cx="406399" cy="101599"/>
          </a:xfrm>
          <a:prstGeom prst="rect">
            <a:avLst/>
          </a:prstGeom>
          <a:gradFill>
            <a:gsLst>
              <a:gs pos="0">
                <a:schemeClr val="accent1"/>
              </a:gs>
              <a:gs pos="100000">
                <a:schemeClr val="accent1">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Aptos Narrow"/>
              <a:cs typeface="Aptos Narrow"/>
            </a:endParaRPr>
          </a:p>
        </p:txBody>
      </p:sp>
      <p:sp>
        <p:nvSpPr>
          <p:cNvPr id="1916440290" name=""/>
          <p:cNvSpPr/>
          <p:nvPr/>
        </p:nvSpPr>
        <p:spPr bwMode="auto">
          <a:xfrm rot="0" flipH="0" flipV="0">
            <a:off x="6299198" y="6273798"/>
            <a:ext cx="406399" cy="101599"/>
          </a:xfrm>
          <a:prstGeom prst="rect">
            <a:avLst/>
          </a:prstGeom>
          <a:gradFill>
            <a:gsLst>
              <a:gs pos="0">
                <a:schemeClr val="accent2"/>
              </a:gs>
              <a:gs pos="100000">
                <a:schemeClr val="accent2">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Aptos Narrow"/>
              <a:cs typeface="Aptos Narrow"/>
            </a:endParaRPr>
          </a:p>
        </p:txBody>
      </p:sp>
      <p:sp>
        <p:nvSpPr>
          <p:cNvPr id="2038782337" name=""/>
          <p:cNvSpPr/>
          <p:nvPr/>
        </p:nvSpPr>
        <p:spPr bwMode="auto">
          <a:xfrm rot="0" flipH="0" flipV="0">
            <a:off x="4876799" y="6273798"/>
            <a:ext cx="406399" cy="101599"/>
          </a:xfrm>
          <a:prstGeom prst="rect">
            <a:avLst/>
          </a:prstGeom>
          <a:gradFill>
            <a:gsLst>
              <a:gs pos="0">
                <a:schemeClr val="accent3"/>
              </a:gs>
              <a:gs pos="100000">
                <a:schemeClr val="accent3">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Aptos Narrow"/>
              <a:cs typeface="Aptos Narrow"/>
            </a:endParaRPr>
          </a:p>
        </p:txBody>
      </p:sp>
      <p:cxnSp>
        <p:nvCxnSpPr>
          <p:cNvPr id="1295174894" name=""/>
          <p:cNvCxnSpPr/>
          <p:nvPr/>
        </p:nvCxnSpPr>
        <p:spPr bwMode="auto">
          <a:xfrm flipH="0" flipV="0">
            <a:off x="10363195" y="3225800"/>
            <a:ext cx="1219197"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48328447" name=""/>
          <p:cNvCxnSpPr/>
          <p:nvPr/>
        </p:nvCxnSpPr>
        <p:spPr bwMode="auto">
          <a:xfrm rot="0" flipH="0" flipV="0">
            <a:off x="8737596" y="3225978"/>
            <a:ext cx="1161141"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22220" name=""/>
          <p:cNvSpPr/>
          <p:nvPr/>
        </p:nvSpPr>
        <p:spPr bwMode="auto">
          <a:xfrm rot="0" flipH="0" flipV="0">
            <a:off x="5486400" y="1803398"/>
            <a:ext cx="2031999" cy="4267198"/>
          </a:xfrm>
          <a:prstGeom prst="rect">
            <a:avLst/>
          </a:prstGeom>
          <a:gradFill>
            <a:gsLst>
              <a:gs pos="0">
                <a:schemeClr val="accent1">
                  <a:lumMod val="40000"/>
                  <a:lumOff val="60000"/>
                  <a:alpha val="20000"/>
                </a:schemeClr>
              </a:gs>
              <a:gs pos="100000">
                <a:schemeClr val="accent1">
                  <a:alpha val="2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Aptos Narrow"/>
              <a:cs typeface="Aptos Narrow"/>
            </a:endParaRPr>
          </a:p>
        </p:txBody>
      </p:sp>
      <p:sp>
        <p:nvSpPr>
          <p:cNvPr id="959911692" name="Title 1"/>
          <p:cNvSpPr>
            <a:spLocks noGrp="1"/>
          </p:cNvSpPr>
          <p:nvPr>
            <p:ph type="title"/>
          </p:nvPr>
        </p:nvSpPr>
        <p:spPr bwMode="auto"/>
        <p:txBody>
          <a:bodyPr/>
          <a:lstStyle/>
          <a:p>
            <a:pPr>
              <a:defRPr/>
            </a:pPr>
            <a:r>
              <a:rPr lang="it-IT" sz="2400" b="1" i="0" u="none" strike="noStrike" cap="none" spc="0">
                <a:solidFill>
                  <a:schemeClr val="accent1"/>
                </a:solidFill>
                <a:latin typeface="Aptos Narrow"/>
                <a:ea typeface="Aptos Narrow"/>
                <a:cs typeface="Aptos Narrow"/>
              </a:rPr>
              <a:t>{company_name}</a:t>
            </a:r>
            <a:r>
              <a:rPr lang="it-IT" sz="2400" b="1" i="0" u="none" strike="noStrike" cap="none" spc="0">
                <a:solidFill>
                  <a:schemeClr val="accent1"/>
                </a:solidFill>
                <a:latin typeface="Aptos Narrow"/>
                <a:ea typeface="Aptos Narrow"/>
                <a:cs typeface="Aptos Narrow"/>
              </a:rPr>
              <a:t> </a:t>
            </a:r>
            <a:r>
              <a:rPr lang="it-IT">
                <a:solidFill>
                  <a:schemeClr val="tx1"/>
                </a:solidFill>
                <a:latin typeface="Aptos Narrow"/>
                <a:ea typeface="Aptos Narrow"/>
                <a:cs typeface="Aptos Narrow"/>
              </a:rPr>
              <a:t>| Selected historical financial highlights</a:t>
            </a:r>
            <a:endParaRPr>
              <a:solidFill>
                <a:schemeClr val="tx1"/>
              </a:solidFill>
              <a:latin typeface="Aptos Narrow"/>
              <a:cs typeface="Aptos Narrow"/>
            </a:endParaRPr>
          </a:p>
        </p:txBody>
      </p:sp>
      <p:sp>
        <p:nvSpPr>
          <p:cNvPr id="1554728073" name="Footer Placeholder 4"/>
          <p:cNvSpPr>
            <a:spLocks noGrp="1"/>
          </p:cNvSpPr>
          <p:nvPr>
            <p:ph type="ftr" sz="quarter" idx="3"/>
          </p:nvPr>
        </p:nvSpPr>
        <p:spPr bwMode="auto">
          <a:prstGeom prst="rect">
            <a:avLst/>
          </a:prstGeom>
        </p:spPr>
        <p:txBody>
          <a:bodyPr/>
          <a:lstStyle/>
          <a:p>
            <a:pPr>
              <a:defRPr/>
            </a:pPr>
            <a:r>
              <a:rPr lang="it-IT">
                <a:latin typeface="Aptos Narrow"/>
                <a:ea typeface="Aptos Narrow"/>
                <a:cs typeface="Aptos Narrow"/>
              </a:rPr>
              <a:t>Note: All figures expressed in USD</a:t>
            </a:r>
            <a:endParaRPr>
              <a:latin typeface="Aptos Narrow"/>
              <a:cs typeface="Aptos Narrow"/>
            </a:endParaRPr>
          </a:p>
          <a:p>
            <a:pPr>
              <a:defRPr/>
            </a:pPr>
            <a:r>
              <a:rPr>
                <a:latin typeface="Aptos Narrow"/>
                <a:ea typeface="Aptos Narrow"/>
                <a:cs typeface="Aptos Narrow"/>
              </a:rPr>
              <a:t>Source</a:t>
            </a:r>
            <a:r>
              <a:rPr lang="it-IT">
                <a:latin typeface="Aptos Narrow"/>
                <a:ea typeface="Aptos Narrow"/>
                <a:cs typeface="Aptos Narrow"/>
              </a:rPr>
              <a:t>: Yahoo Finance, Mistral</a:t>
            </a:r>
            <a:endParaRPr>
              <a:latin typeface="Aptos Narrow"/>
              <a:cs typeface="Aptos Narrow"/>
            </a:endParaRPr>
          </a:p>
        </p:txBody>
      </p:sp>
      <p:sp>
        <p:nvSpPr>
          <p:cNvPr id="105667225" name="Slide Number Placeholder 5"/>
          <p:cNvSpPr>
            <a:spLocks noGrp="1"/>
          </p:cNvSpPr>
          <p:nvPr>
            <p:ph type="sldNum" sz="quarter" idx="4"/>
          </p:nvPr>
        </p:nvSpPr>
        <p:spPr bwMode="auto">
          <a:prstGeom prst="rect">
            <a:avLst/>
          </a:prstGeom>
        </p:spPr>
        <p:txBody>
          <a:bodyPr/>
          <a:lstStyle/>
          <a:p>
            <a:pPr>
              <a:defRPr/>
            </a:pPr>
            <a:fld id="{82BE44E8-35EF-95C4-D2C3-32175C87F31F}" type="slidenum">
              <a:rPr lang="en-US">
                <a:latin typeface="Aptos Narrow"/>
                <a:ea typeface="Aptos Narrow"/>
                <a:cs typeface="Aptos Narrow"/>
              </a:rPr>
              <a:t>3</a:t>
            </a:fld>
            <a:endParaRPr>
              <a:latin typeface="Aptos Narrow"/>
              <a:cs typeface="Aptos Narrow"/>
            </a:endParaRPr>
          </a:p>
        </p:txBody>
      </p:sp>
      <p:cxnSp>
        <p:nvCxnSpPr>
          <p:cNvPr id="1270951185" name=""/>
          <p:cNvCxnSpPr/>
          <p:nvPr/>
        </p:nvCxnSpPr>
        <p:spPr bwMode="auto">
          <a:xfrm flipH="0" flipV="0">
            <a:off x="406397" y="1600521"/>
            <a:ext cx="7112001"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98870496" name=""/>
          <p:cNvCxnSpPr/>
          <p:nvPr/>
        </p:nvCxnSpPr>
        <p:spPr bwMode="auto">
          <a:xfrm flipH="0" flipV="0">
            <a:off x="7721598" y="1600182"/>
            <a:ext cx="4063994" cy="336"/>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92166642" name=""/>
          <p:cNvSpPr txBox="1"/>
          <p:nvPr/>
        </p:nvSpPr>
        <p:spPr bwMode="auto">
          <a:xfrm rot="0" flipH="0" flipV="0">
            <a:off x="406397" y="1193799"/>
            <a:ext cx="7112001"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Aptos Narrow"/>
                <a:ea typeface="Aptos Narrow"/>
                <a:cs typeface="Aptos Narrow"/>
              </a:rPr>
              <a:t>Last 3 years selected financial highlights</a:t>
            </a:r>
            <a:endParaRPr b="1">
              <a:solidFill>
                <a:schemeClr val="tx1"/>
              </a:solidFill>
              <a:latin typeface="Aptos Narrow"/>
              <a:cs typeface="Aptos Narrow"/>
            </a:endParaRPr>
          </a:p>
        </p:txBody>
      </p:sp>
      <p:sp>
        <p:nvSpPr>
          <p:cNvPr id="1663839856" name=""/>
          <p:cNvSpPr txBox="1"/>
          <p:nvPr/>
        </p:nvSpPr>
        <p:spPr bwMode="auto">
          <a:xfrm rot="0" flipH="0" flipV="0">
            <a:off x="7721598" y="1193799"/>
            <a:ext cx="4063994"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Aptos Narrow"/>
                <a:ea typeface="Aptos Narrow"/>
                <a:cs typeface="Aptos Narrow"/>
              </a:rPr>
              <a:t>Key facts</a:t>
            </a:r>
            <a:endParaRPr b="1">
              <a:solidFill>
                <a:schemeClr val="tx1"/>
              </a:solidFill>
              <a:latin typeface="Aptos Narrow"/>
              <a:cs typeface="Aptos Narrow"/>
            </a:endParaRPr>
          </a:p>
        </p:txBody>
      </p:sp>
      <p:sp>
        <p:nvSpPr>
          <p:cNvPr id="626391209" name=""/>
          <p:cNvSpPr/>
          <p:nvPr/>
        </p:nvSpPr>
        <p:spPr bwMode="auto">
          <a:xfrm rot="0" flipH="0" flipV="0">
            <a:off x="406397" y="2209799"/>
            <a:ext cx="1828801" cy="3860797"/>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solidFill>
                <a:schemeClr val="bg1"/>
              </a:solidFill>
              <a:latin typeface="Aptos Narrow"/>
              <a:cs typeface="Aptos Narrow"/>
            </a:endParaRPr>
          </a:p>
        </p:txBody>
      </p:sp>
      <p:sp>
        <p:nvSpPr>
          <p:cNvPr id="337473124" name="year_3"/>
          <p:cNvSpPr txBox="1"/>
          <p:nvPr/>
        </p:nvSpPr>
        <p:spPr bwMode="auto">
          <a:xfrm rot="0" flipH="0" flipV="0">
            <a:off x="2438398"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20XX</a:t>
            </a:r>
            <a:endParaRPr sz="1400" b="1">
              <a:solidFill>
                <a:schemeClr val="tx1"/>
              </a:solidFill>
              <a:latin typeface="Aptos Narrow"/>
              <a:cs typeface="Aptos Narrow"/>
            </a:endParaRPr>
          </a:p>
        </p:txBody>
      </p:sp>
      <p:sp>
        <p:nvSpPr>
          <p:cNvPr id="1598784722" name="year_2"/>
          <p:cNvSpPr txBox="1"/>
          <p:nvPr/>
        </p:nvSpPr>
        <p:spPr bwMode="auto">
          <a:xfrm rot="0" flipH="0" flipV="0">
            <a:off x="3454399"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20XX</a:t>
            </a:r>
            <a:endParaRPr sz="1400" b="1">
              <a:solidFill>
                <a:schemeClr val="tx1"/>
              </a:solidFill>
              <a:latin typeface="Aptos Narrow"/>
              <a:cs typeface="Aptos Narrow"/>
            </a:endParaRPr>
          </a:p>
        </p:txBody>
      </p:sp>
      <p:sp>
        <p:nvSpPr>
          <p:cNvPr id="799915660" name="year_1"/>
          <p:cNvSpPr txBox="1"/>
          <p:nvPr/>
        </p:nvSpPr>
        <p:spPr bwMode="auto">
          <a:xfrm rot="0" flipH="0" flipV="0">
            <a:off x="4470400"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20XX</a:t>
            </a:r>
            <a:endParaRPr sz="1400" b="1">
              <a:solidFill>
                <a:schemeClr val="tx1"/>
              </a:solidFill>
              <a:latin typeface="Aptos Narrow"/>
              <a:cs typeface="Aptos Narrow"/>
            </a:endParaRPr>
          </a:p>
        </p:txBody>
      </p:sp>
      <p:sp>
        <p:nvSpPr>
          <p:cNvPr id="1499117635" name="name"/>
          <p:cNvSpPr txBox="1"/>
          <p:nvPr/>
        </p:nvSpPr>
        <p:spPr bwMode="auto">
          <a:xfrm rot="0" flipH="0" flipV="0">
            <a:off x="5486400" y="1803403"/>
            <a:ext cx="2031997" cy="406395"/>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Key insight</a:t>
            </a:r>
            <a:endParaRPr sz="1400" b="1" baseline="30000">
              <a:solidFill>
                <a:schemeClr val="tx1"/>
              </a:solidFill>
              <a:latin typeface="Aptos Narrow"/>
              <a:cs typeface="Aptos Narrow"/>
            </a:endParaRPr>
          </a:p>
        </p:txBody>
      </p:sp>
      <p:sp>
        <p:nvSpPr>
          <p:cNvPr id="1842555620" name="name"/>
          <p:cNvSpPr txBox="1"/>
          <p:nvPr/>
        </p:nvSpPr>
        <p:spPr bwMode="auto">
          <a:xfrm rot="0" flipH="0" flipV="0">
            <a:off x="406397" y="1803398"/>
            <a:ext cx="1828801"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Aptos Narrow"/>
                <a:ea typeface="Aptos Narrow"/>
                <a:cs typeface="Aptos Narrow"/>
              </a:rPr>
              <a:t>Item</a:t>
            </a:r>
            <a:endParaRPr sz="1400" b="1">
              <a:solidFill>
                <a:schemeClr val="tx1"/>
              </a:solidFill>
              <a:latin typeface="Aptos Narrow"/>
              <a:cs typeface="Aptos Narrow"/>
            </a:endParaRPr>
          </a:p>
        </p:txBody>
      </p:sp>
      <p:sp>
        <p:nvSpPr>
          <p:cNvPr id="801620018" name=""/>
          <p:cNvSpPr/>
          <p:nvPr/>
        </p:nvSpPr>
        <p:spPr bwMode="auto">
          <a:xfrm rot="0" flipH="0" flipV="0">
            <a:off x="7721597" y="1803398"/>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Aptos Narrow"/>
              <a:cs typeface="Aptos Narrow"/>
            </a:endParaRPr>
          </a:p>
        </p:txBody>
      </p:sp>
      <p:sp>
        <p:nvSpPr>
          <p:cNvPr id="1913643110" name="comment_1"/>
          <p:cNvSpPr/>
          <p:nvPr/>
        </p:nvSpPr>
        <p:spPr bwMode="auto">
          <a:xfrm rot="0" flipH="0" flipV="0">
            <a:off x="8127997" y="1803398"/>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Aptos Narrow"/>
                <a:ea typeface="Aptos Narrow"/>
                <a:cs typeface="Aptos Narrow"/>
              </a:rPr>
              <a:t>Lorem ipsum dolor sit amet, consectetur adipiscing elit. Maecenas sed turpis ante.</a:t>
            </a:r>
            <a:endParaRPr sz="1600">
              <a:solidFill>
                <a:schemeClr val="tx1"/>
              </a:solidFill>
              <a:latin typeface="Aptos Narrow"/>
              <a:cs typeface="Aptos Narrow"/>
            </a:endParaRPr>
          </a:p>
        </p:txBody>
      </p:sp>
      <p:sp>
        <p:nvSpPr>
          <p:cNvPr id="1666014654" name=""/>
          <p:cNvSpPr/>
          <p:nvPr/>
        </p:nvSpPr>
        <p:spPr bwMode="auto">
          <a:xfrm rot="0" flipH="0" flipV="0">
            <a:off x="7721597" y="3327399"/>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Aptos Narrow"/>
              <a:cs typeface="Aptos Narrow"/>
            </a:endParaRPr>
          </a:p>
        </p:txBody>
      </p:sp>
      <p:sp>
        <p:nvSpPr>
          <p:cNvPr id="1884908358" name="comment_2"/>
          <p:cNvSpPr/>
          <p:nvPr/>
        </p:nvSpPr>
        <p:spPr bwMode="auto">
          <a:xfrm rot="0" flipH="0" flipV="0">
            <a:off x="8127997" y="3327399"/>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Aptos Narrow"/>
                <a:ea typeface="Aptos Narrow"/>
                <a:cs typeface="Aptos Narrow"/>
              </a:rPr>
              <a:t>Lorem ipsum dolor sit amet, consectetur adipiscing elit. Maecenas sed turpis ante.</a:t>
            </a:r>
            <a:endParaRPr sz="1600">
              <a:solidFill>
                <a:schemeClr val="tx1"/>
              </a:solidFill>
              <a:latin typeface="Aptos Narrow"/>
              <a:cs typeface="Aptos Narrow"/>
            </a:endParaRPr>
          </a:p>
        </p:txBody>
      </p:sp>
      <p:sp>
        <p:nvSpPr>
          <p:cNvPr id="1476158215" name=""/>
          <p:cNvSpPr/>
          <p:nvPr/>
        </p:nvSpPr>
        <p:spPr bwMode="auto">
          <a:xfrm rot="0" flipH="0" flipV="0">
            <a:off x="7721597" y="4851398"/>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Aptos Narrow"/>
              <a:cs typeface="Aptos Narrow"/>
            </a:endParaRPr>
          </a:p>
        </p:txBody>
      </p:sp>
      <p:sp>
        <p:nvSpPr>
          <p:cNvPr id="1366838717" name="comment_3"/>
          <p:cNvSpPr/>
          <p:nvPr/>
        </p:nvSpPr>
        <p:spPr bwMode="auto">
          <a:xfrm rot="0" flipH="0" flipV="0">
            <a:off x="8127997" y="4851398"/>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Aptos Narrow"/>
                <a:ea typeface="Aptos Narrow"/>
                <a:cs typeface="Aptos Narrow"/>
              </a:rPr>
              <a:t>Lorem ipsum dolor sit amet, consectetur adipiscing elit. Maecenas sed turpis ante.</a:t>
            </a:r>
            <a:endParaRPr sz="1600">
              <a:solidFill>
                <a:schemeClr val="tx1"/>
              </a:solidFill>
              <a:latin typeface="Aptos Narrow"/>
              <a:cs typeface="Aptos Narrow"/>
            </a:endParaRPr>
          </a:p>
        </p:txBody>
      </p:sp>
      <p:sp>
        <p:nvSpPr>
          <p:cNvPr id="861424098" name="revenue_3"/>
          <p:cNvSpPr txBox="1"/>
          <p:nvPr/>
        </p:nvSpPr>
        <p:spPr bwMode="auto">
          <a:xfrm rot="0" flipH="0" flipV="0">
            <a:off x="2438398" y="2209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XX.XB</a:t>
            </a:r>
            <a:endParaRPr sz="1400" b="0">
              <a:solidFill>
                <a:schemeClr val="tx1"/>
              </a:solidFill>
              <a:latin typeface="Aptos Narrow"/>
              <a:cs typeface="Aptos Narrow"/>
            </a:endParaRPr>
          </a:p>
        </p:txBody>
      </p:sp>
      <p:sp>
        <p:nvSpPr>
          <p:cNvPr id="1265129676" name=""/>
          <p:cNvSpPr txBox="1"/>
          <p:nvPr/>
        </p:nvSpPr>
        <p:spPr bwMode="auto">
          <a:xfrm rot="0" flipH="0" flipV="0">
            <a:off x="406400" y="2209801"/>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Revenue</a:t>
            </a:r>
            <a:endParaRPr sz="1400" b="1">
              <a:solidFill>
                <a:schemeClr val="bg1"/>
              </a:solidFill>
              <a:latin typeface="Aptos Narrow"/>
              <a:cs typeface="Aptos Narrow"/>
            </a:endParaRPr>
          </a:p>
        </p:txBody>
      </p:sp>
      <p:sp>
        <p:nvSpPr>
          <p:cNvPr id="1400800407" name="revenue_2"/>
          <p:cNvSpPr txBox="1"/>
          <p:nvPr/>
        </p:nvSpPr>
        <p:spPr bwMode="auto">
          <a:xfrm rot="0" flipH="0" flipV="0">
            <a:off x="3454398" y="2209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XX.XB</a:t>
            </a:r>
            <a:endParaRPr sz="1400" b="0">
              <a:solidFill>
                <a:schemeClr val="tx1"/>
              </a:solidFill>
              <a:latin typeface="Aptos Narrow"/>
              <a:cs typeface="Aptos Narrow"/>
            </a:endParaRPr>
          </a:p>
        </p:txBody>
      </p:sp>
      <p:sp>
        <p:nvSpPr>
          <p:cNvPr id="1581098564" name="revenue_1"/>
          <p:cNvSpPr txBox="1"/>
          <p:nvPr/>
        </p:nvSpPr>
        <p:spPr bwMode="auto">
          <a:xfrm rot="0" flipH="0" flipV="0">
            <a:off x="4470397" y="2209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XX.XB</a:t>
            </a:r>
            <a:endParaRPr sz="1400" b="0">
              <a:solidFill>
                <a:schemeClr val="tx1"/>
              </a:solidFill>
              <a:latin typeface="Aptos Narrow"/>
              <a:cs typeface="Aptos Narrow"/>
            </a:endParaRPr>
          </a:p>
        </p:txBody>
      </p:sp>
      <p:sp>
        <p:nvSpPr>
          <p:cNvPr id="1911978698" name="revenue_m"/>
          <p:cNvSpPr txBox="1"/>
          <p:nvPr/>
        </p:nvSpPr>
        <p:spPr bwMode="auto">
          <a:xfrm rot="0" flipH="0" flipV="0">
            <a:off x="5689597" y="2209798"/>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1830318906" name="name"/>
          <p:cNvSpPr txBox="1"/>
          <p:nvPr/>
        </p:nvSpPr>
        <p:spPr bwMode="auto">
          <a:xfrm rot="0" flipH="0" flipV="0">
            <a:off x="6502397" y="2209798"/>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growth</a:t>
            </a:r>
            <a:endParaRPr sz="1200" b="0">
              <a:solidFill>
                <a:schemeClr val="tx1"/>
              </a:solidFill>
              <a:latin typeface="Aptos Narrow"/>
              <a:cs typeface="Aptos Narrow"/>
            </a:endParaRPr>
          </a:p>
        </p:txBody>
      </p:sp>
      <p:sp>
        <p:nvSpPr>
          <p:cNvPr id="908458907" name="gross_profit_3"/>
          <p:cNvSpPr txBox="1"/>
          <p:nvPr/>
        </p:nvSpPr>
        <p:spPr bwMode="auto">
          <a:xfrm rot="0" flipH="0" flipV="0">
            <a:off x="2438395" y="2641626"/>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470217800" name=""/>
          <p:cNvSpPr txBox="1"/>
          <p:nvPr/>
        </p:nvSpPr>
        <p:spPr bwMode="auto">
          <a:xfrm rot="0" flipH="0" flipV="0">
            <a:off x="406400" y="2641626"/>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Gross profit</a:t>
            </a:r>
            <a:endParaRPr sz="1400" b="1">
              <a:solidFill>
                <a:schemeClr val="bg1"/>
              </a:solidFill>
              <a:latin typeface="Aptos Narrow"/>
              <a:cs typeface="Aptos Narrow"/>
            </a:endParaRPr>
          </a:p>
        </p:txBody>
      </p:sp>
      <p:sp>
        <p:nvSpPr>
          <p:cNvPr id="108886169" name="gross_profit_2"/>
          <p:cNvSpPr txBox="1"/>
          <p:nvPr/>
        </p:nvSpPr>
        <p:spPr bwMode="auto">
          <a:xfrm rot="0" flipH="0" flipV="0">
            <a:off x="3454398" y="2641626"/>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274199118" name="gross_profit_1"/>
          <p:cNvSpPr txBox="1"/>
          <p:nvPr/>
        </p:nvSpPr>
        <p:spPr bwMode="auto">
          <a:xfrm rot="0" flipH="0" flipV="0">
            <a:off x="4470397" y="2641626"/>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965487069" name="gross_profit_m"/>
          <p:cNvSpPr txBox="1"/>
          <p:nvPr/>
        </p:nvSpPr>
        <p:spPr bwMode="auto">
          <a:xfrm rot="0" flipH="0" flipV="0">
            <a:off x="5689597" y="2641626"/>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358932771" name="symbol"/>
          <p:cNvSpPr txBox="1"/>
          <p:nvPr/>
        </p:nvSpPr>
        <p:spPr bwMode="auto">
          <a:xfrm rot="0" flipH="0" flipV="0">
            <a:off x="6502397" y="2641626"/>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margin</a:t>
            </a:r>
            <a:endParaRPr sz="1200" b="0">
              <a:solidFill>
                <a:schemeClr val="tx1"/>
              </a:solidFill>
              <a:latin typeface="Aptos Narrow"/>
              <a:cs typeface="Aptos Narrow"/>
            </a:endParaRPr>
          </a:p>
        </p:txBody>
      </p:sp>
      <p:sp>
        <p:nvSpPr>
          <p:cNvPr id="1836383875" name="operating_profit_3"/>
          <p:cNvSpPr txBox="1"/>
          <p:nvPr/>
        </p:nvSpPr>
        <p:spPr bwMode="auto">
          <a:xfrm rot="0" flipH="0" flipV="0">
            <a:off x="2438395" y="307344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737852710" name=""/>
          <p:cNvSpPr txBox="1"/>
          <p:nvPr/>
        </p:nvSpPr>
        <p:spPr bwMode="auto">
          <a:xfrm rot="0" flipH="0" flipV="0">
            <a:off x="406400" y="3073449"/>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Operating profit</a:t>
            </a:r>
            <a:endParaRPr sz="1400" b="1">
              <a:solidFill>
                <a:schemeClr val="bg1"/>
              </a:solidFill>
              <a:latin typeface="Aptos Narrow"/>
              <a:cs typeface="Aptos Narrow"/>
            </a:endParaRPr>
          </a:p>
        </p:txBody>
      </p:sp>
      <p:sp>
        <p:nvSpPr>
          <p:cNvPr id="1620485650" name="operating_profit_2"/>
          <p:cNvSpPr txBox="1"/>
          <p:nvPr/>
        </p:nvSpPr>
        <p:spPr bwMode="auto">
          <a:xfrm rot="0" flipH="0" flipV="0">
            <a:off x="3454398" y="307344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836976116" name="operating_profit_1"/>
          <p:cNvSpPr txBox="1"/>
          <p:nvPr/>
        </p:nvSpPr>
        <p:spPr bwMode="auto">
          <a:xfrm rot="0" flipH="0" flipV="0">
            <a:off x="4470397" y="307344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317986756" name="operating_profit_m"/>
          <p:cNvSpPr txBox="1"/>
          <p:nvPr/>
        </p:nvSpPr>
        <p:spPr bwMode="auto">
          <a:xfrm rot="0" flipH="0" flipV="0">
            <a:off x="5689597" y="3073449"/>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181205779" name="sector"/>
          <p:cNvSpPr txBox="1"/>
          <p:nvPr/>
        </p:nvSpPr>
        <p:spPr bwMode="auto">
          <a:xfrm rot="0" flipH="0" flipV="0">
            <a:off x="6502397" y="3073449"/>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margin</a:t>
            </a:r>
            <a:endParaRPr sz="1200" b="0">
              <a:solidFill>
                <a:schemeClr val="tx1"/>
              </a:solidFill>
              <a:latin typeface="Aptos Narrow"/>
              <a:cs typeface="Aptos Narrow"/>
            </a:endParaRPr>
          </a:p>
        </p:txBody>
      </p:sp>
      <p:sp>
        <p:nvSpPr>
          <p:cNvPr id="1561427051" name="net_income_3"/>
          <p:cNvSpPr txBox="1"/>
          <p:nvPr/>
        </p:nvSpPr>
        <p:spPr bwMode="auto">
          <a:xfrm rot="0" flipH="0" flipV="0">
            <a:off x="2438395" y="350520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856589925" name=""/>
          <p:cNvSpPr txBox="1"/>
          <p:nvPr/>
        </p:nvSpPr>
        <p:spPr bwMode="auto">
          <a:xfrm rot="0" flipH="0" flipV="0">
            <a:off x="406400" y="3505249"/>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Net income</a:t>
            </a:r>
            <a:endParaRPr sz="1400" b="1">
              <a:solidFill>
                <a:schemeClr val="bg1"/>
              </a:solidFill>
              <a:latin typeface="Aptos Narrow"/>
              <a:cs typeface="Aptos Narrow"/>
            </a:endParaRPr>
          </a:p>
        </p:txBody>
      </p:sp>
      <p:sp>
        <p:nvSpPr>
          <p:cNvPr id="2009268787" name="net_income_2"/>
          <p:cNvSpPr txBox="1"/>
          <p:nvPr/>
        </p:nvSpPr>
        <p:spPr bwMode="auto">
          <a:xfrm rot="0" flipH="0" flipV="0">
            <a:off x="3454398" y="350520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614021169" name="net_income_1"/>
          <p:cNvSpPr txBox="1"/>
          <p:nvPr/>
        </p:nvSpPr>
        <p:spPr bwMode="auto">
          <a:xfrm rot="0" flipH="0" flipV="0">
            <a:off x="4470397" y="350520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602796192" name="net_income_m"/>
          <p:cNvSpPr txBox="1"/>
          <p:nvPr/>
        </p:nvSpPr>
        <p:spPr bwMode="auto">
          <a:xfrm rot="0" flipH="0" flipV="0">
            <a:off x="5689597" y="3505208"/>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1071587356" name="industry"/>
          <p:cNvSpPr txBox="1"/>
          <p:nvPr/>
        </p:nvSpPr>
        <p:spPr bwMode="auto">
          <a:xfrm rot="0" flipH="0" flipV="0">
            <a:off x="6502397" y="3505209"/>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margin</a:t>
            </a:r>
            <a:endParaRPr sz="1200" b="0">
              <a:solidFill>
                <a:schemeClr val="tx1"/>
              </a:solidFill>
              <a:latin typeface="Aptos Narrow"/>
              <a:cs typeface="Aptos Narrow"/>
            </a:endParaRPr>
          </a:p>
        </p:txBody>
      </p:sp>
      <p:sp>
        <p:nvSpPr>
          <p:cNvPr id="2047707373" name="invested_capital_3"/>
          <p:cNvSpPr txBox="1"/>
          <p:nvPr/>
        </p:nvSpPr>
        <p:spPr bwMode="auto">
          <a:xfrm rot="0" flipH="0" flipV="0">
            <a:off x="2438395" y="393700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214786138" name=""/>
          <p:cNvSpPr txBox="1"/>
          <p:nvPr/>
        </p:nvSpPr>
        <p:spPr bwMode="auto">
          <a:xfrm rot="0" flipH="0" flipV="0">
            <a:off x="406400" y="3937009"/>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Invested capital</a:t>
            </a:r>
            <a:endParaRPr sz="1400" b="1">
              <a:solidFill>
                <a:schemeClr val="bg1"/>
              </a:solidFill>
              <a:latin typeface="Aptos Narrow"/>
              <a:cs typeface="Aptos Narrow"/>
            </a:endParaRPr>
          </a:p>
        </p:txBody>
      </p:sp>
      <p:sp>
        <p:nvSpPr>
          <p:cNvPr id="2071015158" name="invested_capital_2"/>
          <p:cNvSpPr txBox="1"/>
          <p:nvPr/>
        </p:nvSpPr>
        <p:spPr bwMode="auto">
          <a:xfrm rot="0" flipH="0" flipV="0">
            <a:off x="3454398" y="393700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2051757803" name="invested_capital_1"/>
          <p:cNvSpPr txBox="1"/>
          <p:nvPr/>
        </p:nvSpPr>
        <p:spPr bwMode="auto">
          <a:xfrm rot="0" flipH="0" flipV="0">
            <a:off x="4470397" y="393700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2122876686" name="invested_capital_m"/>
          <p:cNvSpPr txBox="1"/>
          <p:nvPr/>
        </p:nvSpPr>
        <p:spPr bwMode="auto">
          <a:xfrm rot="0" flipH="0" flipV="0">
            <a:off x="5689597" y="3937009"/>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1238258744" name="market_cap"/>
          <p:cNvSpPr txBox="1"/>
          <p:nvPr/>
        </p:nvSpPr>
        <p:spPr bwMode="auto">
          <a:xfrm rot="0" flipH="0" flipV="0">
            <a:off x="6502397" y="3937011"/>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ROIC</a:t>
            </a:r>
            <a:endParaRPr sz="1200" b="0">
              <a:solidFill>
                <a:schemeClr val="tx1"/>
              </a:solidFill>
              <a:latin typeface="Aptos Narrow"/>
              <a:cs typeface="Aptos Narrow"/>
            </a:endParaRPr>
          </a:p>
        </p:txBody>
      </p:sp>
      <p:sp>
        <p:nvSpPr>
          <p:cNvPr id="1805473178" name="debt_3"/>
          <p:cNvSpPr txBox="1"/>
          <p:nvPr/>
        </p:nvSpPr>
        <p:spPr bwMode="auto">
          <a:xfrm rot="0" flipH="0" flipV="0">
            <a:off x="2438395" y="436877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328461620" name=""/>
          <p:cNvSpPr txBox="1"/>
          <p:nvPr/>
        </p:nvSpPr>
        <p:spPr bwMode="auto">
          <a:xfrm rot="0" flipH="0" flipV="0">
            <a:off x="406400" y="4368771"/>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Debt</a:t>
            </a:r>
            <a:endParaRPr sz="1400" b="1">
              <a:solidFill>
                <a:schemeClr val="bg1"/>
              </a:solidFill>
              <a:latin typeface="Aptos Narrow"/>
              <a:cs typeface="Aptos Narrow"/>
            </a:endParaRPr>
          </a:p>
        </p:txBody>
      </p:sp>
      <p:sp>
        <p:nvSpPr>
          <p:cNvPr id="1402231685" name="debt_2"/>
          <p:cNvSpPr txBox="1"/>
          <p:nvPr/>
        </p:nvSpPr>
        <p:spPr bwMode="auto">
          <a:xfrm rot="0" flipH="0" flipV="0">
            <a:off x="3454398" y="436877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204420586" name="debt_1"/>
          <p:cNvSpPr txBox="1"/>
          <p:nvPr/>
        </p:nvSpPr>
        <p:spPr bwMode="auto">
          <a:xfrm rot="0" flipH="0" flipV="0">
            <a:off x="4470397" y="436877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450725628" name="debt_m"/>
          <p:cNvSpPr txBox="1"/>
          <p:nvPr/>
        </p:nvSpPr>
        <p:spPr bwMode="auto">
          <a:xfrm rot="0" flipH="0" flipV="0">
            <a:off x="5689597" y="4368771"/>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2000097013" name="earnings"/>
          <p:cNvSpPr txBox="1"/>
          <p:nvPr/>
        </p:nvSpPr>
        <p:spPr bwMode="auto">
          <a:xfrm rot="0" flipH="0" flipV="0">
            <a:off x="6502397" y="4368771"/>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D/C ratio</a:t>
            </a:r>
            <a:endParaRPr sz="1200" b="0">
              <a:solidFill>
                <a:schemeClr val="tx1"/>
              </a:solidFill>
              <a:latin typeface="Aptos Narrow"/>
              <a:cs typeface="Aptos Narrow"/>
            </a:endParaRPr>
          </a:p>
        </p:txBody>
      </p:sp>
      <p:sp>
        <p:nvSpPr>
          <p:cNvPr id="2101876442" name="operating_cash_flow_3"/>
          <p:cNvSpPr txBox="1"/>
          <p:nvPr/>
        </p:nvSpPr>
        <p:spPr bwMode="auto">
          <a:xfrm rot="0" flipH="0" flipV="0">
            <a:off x="2438395" y="480053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686286609" name=""/>
          <p:cNvSpPr txBox="1"/>
          <p:nvPr/>
        </p:nvSpPr>
        <p:spPr bwMode="auto">
          <a:xfrm rot="0" flipH="0" flipV="0">
            <a:off x="406400" y="4800573"/>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Opearting CF</a:t>
            </a:r>
            <a:endParaRPr sz="1400" b="1">
              <a:solidFill>
                <a:schemeClr val="bg1"/>
              </a:solidFill>
              <a:latin typeface="Aptos Narrow"/>
              <a:cs typeface="Aptos Narrow"/>
            </a:endParaRPr>
          </a:p>
        </p:txBody>
      </p:sp>
      <p:sp>
        <p:nvSpPr>
          <p:cNvPr id="861084848" name="operating_cash_flow_2"/>
          <p:cNvSpPr txBox="1"/>
          <p:nvPr/>
        </p:nvSpPr>
        <p:spPr bwMode="auto">
          <a:xfrm rot="0" flipH="0" flipV="0">
            <a:off x="3454398" y="480053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9235766" name="operating_cash_flow_1"/>
          <p:cNvSpPr txBox="1"/>
          <p:nvPr/>
        </p:nvSpPr>
        <p:spPr bwMode="auto">
          <a:xfrm rot="0" flipH="0" flipV="0">
            <a:off x="4470397" y="480053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327521265" name="operating_cash_flow_m"/>
          <p:cNvSpPr txBox="1"/>
          <p:nvPr/>
        </p:nvSpPr>
        <p:spPr bwMode="auto">
          <a:xfrm rot="0" flipH="0" flipV="0">
            <a:off x="5689597" y="480053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1620141419" name="stock_price"/>
          <p:cNvSpPr txBox="1"/>
          <p:nvPr/>
        </p:nvSpPr>
        <p:spPr bwMode="auto">
          <a:xfrm rot="0" flipH="0" flipV="0">
            <a:off x="6502397" y="480053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of revenue</a:t>
            </a:r>
            <a:endParaRPr sz="1200" b="0">
              <a:solidFill>
                <a:schemeClr val="tx1"/>
              </a:solidFill>
              <a:latin typeface="Aptos Narrow"/>
              <a:cs typeface="Aptos Narrow"/>
            </a:endParaRPr>
          </a:p>
        </p:txBody>
      </p:sp>
      <p:sp>
        <p:nvSpPr>
          <p:cNvPr id="669923753" name="investing_cash_flow_3"/>
          <p:cNvSpPr txBox="1"/>
          <p:nvPr/>
        </p:nvSpPr>
        <p:spPr bwMode="auto">
          <a:xfrm rot="0" flipH="0" flipV="0">
            <a:off x="2438395" y="523233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2049119597" name=""/>
          <p:cNvSpPr txBox="1"/>
          <p:nvPr/>
        </p:nvSpPr>
        <p:spPr bwMode="auto">
          <a:xfrm rot="0" flipH="0" flipV="0">
            <a:off x="406400" y="5232331"/>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Investing CF</a:t>
            </a:r>
            <a:endParaRPr sz="1400" b="1">
              <a:solidFill>
                <a:schemeClr val="bg1"/>
              </a:solidFill>
              <a:latin typeface="Aptos Narrow"/>
              <a:cs typeface="Aptos Narrow"/>
            </a:endParaRPr>
          </a:p>
        </p:txBody>
      </p:sp>
      <p:sp>
        <p:nvSpPr>
          <p:cNvPr id="86628382" name="investing_cash_flow_2"/>
          <p:cNvSpPr txBox="1"/>
          <p:nvPr/>
        </p:nvSpPr>
        <p:spPr bwMode="auto">
          <a:xfrm rot="0" flipH="0" flipV="0">
            <a:off x="3454398" y="523233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342146064" name="investing_cash_flow_1"/>
          <p:cNvSpPr txBox="1"/>
          <p:nvPr/>
        </p:nvSpPr>
        <p:spPr bwMode="auto">
          <a:xfrm rot="0" flipH="0" flipV="0">
            <a:off x="4470397" y="523233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678709510" name="investing_cash_flow_m"/>
          <p:cNvSpPr txBox="1"/>
          <p:nvPr/>
        </p:nvSpPr>
        <p:spPr bwMode="auto">
          <a:xfrm rot="0" flipH="0" flipV="0">
            <a:off x="5689597" y="5232331"/>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1329272415" name="analyst_rating"/>
          <p:cNvSpPr txBox="1"/>
          <p:nvPr/>
        </p:nvSpPr>
        <p:spPr bwMode="auto">
          <a:xfrm rot="0" flipH="0" flipV="0">
            <a:off x="6502397" y="5232332"/>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of revenue</a:t>
            </a:r>
            <a:endParaRPr sz="1200" b="0">
              <a:solidFill>
                <a:schemeClr val="tx1"/>
              </a:solidFill>
              <a:latin typeface="Aptos Narrow"/>
              <a:cs typeface="Aptos Narrow"/>
            </a:endParaRPr>
          </a:p>
        </p:txBody>
      </p:sp>
      <p:sp>
        <p:nvSpPr>
          <p:cNvPr id="80289055" name=""/>
          <p:cNvSpPr txBox="1"/>
          <p:nvPr/>
        </p:nvSpPr>
        <p:spPr bwMode="auto">
          <a:xfrm rot="0" flipH="0" flipV="0">
            <a:off x="406400" y="5664198"/>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Aptos Narrow"/>
                <a:ea typeface="Aptos Narrow"/>
                <a:cs typeface="Aptos Narrow"/>
              </a:rPr>
              <a:t>Free cash flow</a:t>
            </a:r>
            <a:endParaRPr sz="1400" b="1">
              <a:solidFill>
                <a:schemeClr val="bg1"/>
              </a:solidFill>
              <a:latin typeface="Aptos Narrow"/>
              <a:cs typeface="Aptos Narrow"/>
            </a:endParaRPr>
          </a:p>
        </p:txBody>
      </p:sp>
      <p:sp>
        <p:nvSpPr>
          <p:cNvPr id="776508240" name="free_cash_flow_3"/>
          <p:cNvSpPr txBox="1"/>
          <p:nvPr/>
        </p:nvSpPr>
        <p:spPr bwMode="auto">
          <a:xfrm rot="0" flipH="0" flipV="0">
            <a:off x="2438395" y="56641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697242602" name="free_cash_flow_2"/>
          <p:cNvSpPr txBox="1"/>
          <p:nvPr/>
        </p:nvSpPr>
        <p:spPr bwMode="auto">
          <a:xfrm rot="0" flipH="0" flipV="0">
            <a:off x="3454398" y="56641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955636419" name="free_cash_flow_1"/>
          <p:cNvSpPr txBox="1"/>
          <p:nvPr/>
        </p:nvSpPr>
        <p:spPr bwMode="auto">
          <a:xfrm rot="0" flipH="0" flipV="0">
            <a:off x="4470397" y="56641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XX.XB</a:t>
            </a:r>
            <a:endParaRPr>
              <a:solidFill>
                <a:schemeClr val="tx1"/>
              </a:solidFill>
              <a:latin typeface="Aptos Narrow"/>
              <a:cs typeface="Aptos Narrow"/>
            </a:endParaRPr>
          </a:p>
        </p:txBody>
      </p:sp>
      <p:sp>
        <p:nvSpPr>
          <p:cNvPr id="1828256605" name="free_cash_flow_m"/>
          <p:cNvSpPr txBox="1"/>
          <p:nvPr/>
        </p:nvSpPr>
        <p:spPr bwMode="auto">
          <a:xfrm rot="0" flipH="0" flipV="0">
            <a:off x="5689597" y="5664198"/>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Aptos Narrow"/>
                <a:ea typeface="Aptos Narrow"/>
                <a:cs typeface="Aptos Narrow"/>
              </a:rPr>
              <a:t>X.X%</a:t>
            </a:r>
            <a:endParaRPr sz="1400" b="0">
              <a:solidFill>
                <a:schemeClr val="tx1"/>
              </a:solidFill>
              <a:latin typeface="Aptos Narrow"/>
              <a:cs typeface="Aptos Narrow"/>
            </a:endParaRPr>
          </a:p>
        </p:txBody>
      </p:sp>
      <p:sp>
        <p:nvSpPr>
          <p:cNvPr id="590166541" name="beta"/>
          <p:cNvSpPr txBox="1"/>
          <p:nvPr/>
        </p:nvSpPr>
        <p:spPr bwMode="auto">
          <a:xfrm rot="0" flipH="0" flipV="0">
            <a:off x="6502397" y="566420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Aptos Narrow"/>
                <a:ea typeface="Aptos Narrow"/>
                <a:cs typeface="Aptos Narrow"/>
              </a:rPr>
              <a:t>growth</a:t>
            </a:r>
            <a:endParaRPr sz="1200" b="0">
              <a:solidFill>
                <a:schemeClr val="tx1"/>
              </a:solidFill>
              <a:latin typeface="Aptos Narrow"/>
              <a:cs typeface="Aptos Narrow"/>
            </a:endParaRPr>
          </a:p>
        </p:txBody>
      </p:sp>
      <p:grpSp>
        <p:nvGrpSpPr>
          <p:cNvPr id="1991118806" name=""/>
          <p:cNvGrpSpPr/>
          <p:nvPr/>
        </p:nvGrpSpPr>
        <p:grpSpPr bwMode="auto">
          <a:xfrm>
            <a:off x="609597" y="2628554"/>
            <a:ext cx="6705603" cy="717"/>
            <a:chOff x="0" y="0"/>
            <a:chExt cx="6705603" cy="717"/>
          </a:xfrm>
        </p:grpSpPr>
        <p:cxnSp>
          <p:nvCxnSpPr>
            <p:cNvPr id="187813778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46355164" name=""/>
            <p:cNvCxnSpPr/>
            <p:nvPr/>
          </p:nvCxnSpPr>
          <p:spPr bwMode="auto">
            <a:xfrm rot="0" flipH="0" flipV="0">
              <a:off x="0" y="717"/>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611721738"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65784448" name=""/>
          <p:cNvGrpSpPr/>
          <p:nvPr/>
        </p:nvGrpSpPr>
        <p:grpSpPr bwMode="auto">
          <a:xfrm>
            <a:off x="609597" y="3060377"/>
            <a:ext cx="6705603" cy="717"/>
            <a:chOff x="0" y="0"/>
            <a:chExt cx="6705603" cy="717"/>
          </a:xfrm>
        </p:grpSpPr>
        <p:cxnSp>
          <p:nvCxnSpPr>
            <p:cNvPr id="2144572992"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625682137" name=""/>
            <p:cNvCxnSpPr/>
            <p:nvPr/>
          </p:nvCxnSpPr>
          <p:spPr bwMode="auto">
            <a:xfrm rot="0" flipH="0" flipV="0">
              <a:off x="0" y="717"/>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74449605"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144225173" name=""/>
          <p:cNvGrpSpPr/>
          <p:nvPr/>
        </p:nvGrpSpPr>
        <p:grpSpPr bwMode="auto">
          <a:xfrm>
            <a:off x="609597" y="3492202"/>
            <a:ext cx="6705603" cy="652"/>
            <a:chOff x="0" y="0"/>
            <a:chExt cx="6705603" cy="652"/>
          </a:xfrm>
        </p:grpSpPr>
        <p:cxnSp>
          <p:nvCxnSpPr>
            <p:cNvPr id="30133629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24420695" name=""/>
            <p:cNvCxnSpPr/>
            <p:nvPr/>
          </p:nvCxnSpPr>
          <p:spPr bwMode="auto">
            <a:xfrm rot="0" flipH="0" flipV="0">
              <a:off x="0" y="652"/>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82923132"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782568604" name=""/>
          <p:cNvGrpSpPr/>
          <p:nvPr/>
        </p:nvGrpSpPr>
        <p:grpSpPr bwMode="auto">
          <a:xfrm>
            <a:off x="609597" y="3924002"/>
            <a:ext cx="6705603" cy="654"/>
            <a:chOff x="0" y="0"/>
            <a:chExt cx="6705603" cy="654"/>
          </a:xfrm>
        </p:grpSpPr>
        <p:cxnSp>
          <p:nvCxnSpPr>
            <p:cNvPr id="153188789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55220686" name=""/>
            <p:cNvCxnSpPr/>
            <p:nvPr/>
          </p:nvCxnSpPr>
          <p:spPr bwMode="auto">
            <a:xfrm rot="0" flipH="0" flipV="0">
              <a:off x="0" y="654"/>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92224528"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277906513" name=""/>
          <p:cNvGrpSpPr/>
          <p:nvPr/>
        </p:nvGrpSpPr>
        <p:grpSpPr bwMode="auto">
          <a:xfrm>
            <a:off x="609597" y="4355764"/>
            <a:ext cx="6705603" cy="653"/>
            <a:chOff x="0" y="0"/>
            <a:chExt cx="6705603" cy="653"/>
          </a:xfrm>
        </p:grpSpPr>
        <p:cxnSp>
          <p:nvCxnSpPr>
            <p:cNvPr id="1946423567"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61554285" name=""/>
            <p:cNvCxnSpPr/>
            <p:nvPr/>
          </p:nvCxnSpPr>
          <p:spPr bwMode="auto">
            <a:xfrm rot="0" flipH="0" flipV="0">
              <a:off x="0" y="653"/>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95144537"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2142333670" name=""/>
          <p:cNvGrpSpPr/>
          <p:nvPr/>
        </p:nvGrpSpPr>
        <p:grpSpPr bwMode="auto">
          <a:xfrm>
            <a:off x="609597" y="4787524"/>
            <a:ext cx="6705604" cy="653"/>
            <a:chOff x="0" y="0"/>
            <a:chExt cx="6705604" cy="653"/>
          </a:xfrm>
        </p:grpSpPr>
        <p:cxnSp>
          <p:nvCxnSpPr>
            <p:cNvPr id="701252356" name=""/>
            <p:cNvCxnSpPr/>
            <p:nvPr/>
          </p:nvCxnSpPr>
          <p:spPr bwMode="auto">
            <a:xfrm flipH="0" flipV="0">
              <a:off x="1828801" y="359"/>
              <a:ext cx="2844801"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00071288" name=""/>
            <p:cNvCxnSpPr/>
            <p:nvPr/>
          </p:nvCxnSpPr>
          <p:spPr bwMode="auto">
            <a:xfrm rot="0" flipH="0" flipV="0">
              <a:off x="0" y="653"/>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66247767" name=""/>
            <p:cNvCxnSpPr/>
            <p:nvPr/>
          </p:nvCxnSpPr>
          <p:spPr bwMode="auto">
            <a:xfrm flipH="0" flipV="0">
              <a:off x="5080005" y="0"/>
              <a:ext cx="16255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849008303" name=""/>
          <p:cNvGrpSpPr/>
          <p:nvPr/>
        </p:nvGrpSpPr>
        <p:grpSpPr bwMode="auto">
          <a:xfrm>
            <a:off x="609597" y="5219326"/>
            <a:ext cx="6705603" cy="652"/>
            <a:chOff x="0" y="0"/>
            <a:chExt cx="6705603" cy="652"/>
          </a:xfrm>
        </p:grpSpPr>
        <p:cxnSp>
          <p:nvCxnSpPr>
            <p:cNvPr id="912709453"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91553153" name=""/>
            <p:cNvCxnSpPr/>
            <p:nvPr/>
          </p:nvCxnSpPr>
          <p:spPr bwMode="auto">
            <a:xfrm rot="0" flipH="0" flipV="0">
              <a:off x="0" y="652"/>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73609159"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938624100" name=""/>
          <p:cNvGrpSpPr/>
          <p:nvPr/>
        </p:nvGrpSpPr>
        <p:grpSpPr bwMode="auto">
          <a:xfrm>
            <a:off x="609597" y="5651085"/>
            <a:ext cx="6705603" cy="759"/>
            <a:chOff x="0" y="0"/>
            <a:chExt cx="6705603" cy="759"/>
          </a:xfrm>
        </p:grpSpPr>
        <p:cxnSp>
          <p:nvCxnSpPr>
            <p:cNvPr id="1769284951" name=""/>
            <p:cNvCxnSpPr/>
            <p:nvPr/>
          </p:nvCxnSpPr>
          <p:spPr bwMode="auto">
            <a:xfrm rot="0" flipH="0" flipV="0">
              <a:off x="0" y="759"/>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54265123" name=""/>
            <p:cNvCxnSpPr/>
            <p:nvPr/>
          </p:nvCxnSpPr>
          <p:spPr bwMode="auto">
            <a:xfrm rot="0" flipH="0" flipV="0">
              <a:off x="1828800"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28035158" name=""/>
            <p:cNvCxnSpPr/>
            <p:nvPr/>
          </p:nvCxnSpPr>
          <p:spPr bwMode="auto">
            <a:xfrm rot="0" flipH="0" flipV="0">
              <a:off x="5080004"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33098733" name="Title 1"/>
          <p:cNvSpPr>
            <a:spLocks noGrp="1"/>
          </p:cNvSpPr>
          <p:nvPr>
            <p:ph type="title"/>
          </p:nvPr>
        </p:nvSpPr>
        <p:spPr bwMode="auto"/>
        <p:txBody>
          <a:bodyPr/>
          <a:lstStyle/>
          <a:p>
            <a:pPr>
              <a:defRPr/>
            </a:pPr>
            <a:r>
              <a:rPr lang="it-IT" sz="2400" b="1" i="0" u="none" strike="noStrike" cap="none" spc="0">
                <a:solidFill>
                  <a:schemeClr val="accent1"/>
                </a:solidFill>
                <a:latin typeface="Aptos Narrow"/>
                <a:ea typeface="Aptos Narrow"/>
                <a:cs typeface="Aptos Narrow"/>
              </a:rPr>
              <a:t>{company_name}</a:t>
            </a:r>
            <a:r>
              <a:rPr lang="it-IT" sz="2400" b="1" i="0" u="none" strike="noStrike" cap="none" spc="0">
                <a:solidFill>
                  <a:schemeClr val="accent2"/>
                </a:solidFill>
                <a:latin typeface="Aptos Narrow"/>
                <a:ea typeface="Aptos Narrow"/>
                <a:cs typeface="Aptos Narrow"/>
              </a:rPr>
              <a:t> </a:t>
            </a:r>
            <a:r>
              <a:rPr lang="it-IT" sz="2400" b="1" i="0" u="none" strike="noStrike" cap="none" spc="0">
                <a:solidFill>
                  <a:schemeClr val="tx1"/>
                </a:solidFill>
                <a:latin typeface="Aptos Narrow"/>
                <a:ea typeface="Aptos Narrow"/>
                <a:cs typeface="Aptos Narrow"/>
              </a:rPr>
              <a:t>| Current news</a:t>
            </a:r>
            <a:endParaRPr sz="2400">
              <a:solidFill>
                <a:schemeClr val="tx1"/>
              </a:solidFill>
              <a:latin typeface="Aptos Narrow"/>
              <a:cs typeface="Aptos Narrow"/>
            </a:endParaRPr>
          </a:p>
        </p:txBody>
      </p:sp>
      <p:sp>
        <p:nvSpPr>
          <p:cNvPr id="1815364624" name="Footer Placeholder 4"/>
          <p:cNvSpPr>
            <a:spLocks noGrp="1"/>
          </p:cNvSpPr>
          <p:nvPr>
            <p:ph type="ftr" sz="quarter" idx="3"/>
          </p:nvPr>
        </p:nvSpPr>
        <p:spPr bwMode="auto">
          <a:prstGeom prst="rect">
            <a:avLst/>
          </a:prstGeom>
        </p:spPr>
        <p:txBody>
          <a:bodyPr/>
          <a:lstStyle/>
          <a:p>
            <a:pPr>
              <a:defRPr/>
            </a:pPr>
            <a:r>
              <a:rPr>
                <a:latin typeface="Aptos Narrow"/>
                <a:ea typeface="Aptos Narrow"/>
                <a:cs typeface="Aptos Narrow"/>
              </a:rPr>
              <a:t>Source</a:t>
            </a:r>
            <a:r>
              <a:rPr lang="it-IT">
                <a:latin typeface="Aptos Narrow"/>
                <a:ea typeface="Aptos Narrow"/>
                <a:cs typeface="Aptos Narrow"/>
              </a:rPr>
              <a:t>: Yahoo Finance, Mistral</a:t>
            </a:r>
            <a:endParaRPr>
              <a:latin typeface="Aptos Narrow"/>
              <a:cs typeface="Aptos Narrow"/>
            </a:endParaRPr>
          </a:p>
        </p:txBody>
      </p:sp>
      <p:sp>
        <p:nvSpPr>
          <p:cNvPr id="1762660194" name="Slide Number Placeholder 5"/>
          <p:cNvSpPr>
            <a:spLocks noGrp="1"/>
          </p:cNvSpPr>
          <p:nvPr>
            <p:ph type="sldNum" sz="quarter" idx="4"/>
          </p:nvPr>
        </p:nvSpPr>
        <p:spPr bwMode="auto">
          <a:prstGeom prst="rect">
            <a:avLst/>
          </a:prstGeom>
        </p:spPr>
        <p:txBody>
          <a:bodyPr/>
          <a:lstStyle/>
          <a:p>
            <a:pPr>
              <a:defRPr/>
            </a:pPr>
            <a:fld id="{C9D403B2-8D87-49D1-E5D5-9F7B42A8873D}" type="slidenum">
              <a:rPr lang="en-US">
                <a:latin typeface="Aptos Narrow"/>
                <a:ea typeface="Aptos Narrow"/>
                <a:cs typeface="Aptos Narrow"/>
              </a:rPr>
              <a:t>4</a:t>
            </a:fld>
            <a:endParaRPr>
              <a:latin typeface="Aptos Narrow"/>
              <a:cs typeface="Aptos Narrow"/>
            </a:endParaRPr>
          </a:p>
        </p:txBody>
      </p:sp>
      <p:cxnSp>
        <p:nvCxnSpPr>
          <p:cNvPr id="908148663" name=""/>
          <p:cNvCxnSpPr/>
          <p:nvPr/>
        </p:nvCxnSpPr>
        <p:spPr bwMode="auto">
          <a:xfrm flipH="0" flipV="0">
            <a:off x="406396" y="1600200"/>
            <a:ext cx="11379199"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1705771" name=""/>
          <p:cNvSpPr txBox="1"/>
          <p:nvPr/>
        </p:nvSpPr>
        <p:spPr bwMode="auto">
          <a:xfrm rot="0" flipH="0" flipV="0">
            <a:off x="406396" y="1193799"/>
            <a:ext cx="113791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Aptos Narrow"/>
                <a:ea typeface="Aptos Narrow"/>
                <a:cs typeface="Aptos Narrow"/>
              </a:rPr>
              <a:t>Top 3 topics in current news</a:t>
            </a:r>
            <a:endParaRPr b="1">
              <a:solidFill>
                <a:schemeClr val="tx1"/>
              </a:solidFill>
              <a:latin typeface="Aptos Narrow"/>
              <a:cs typeface="Aptos Narrow"/>
            </a:endParaRPr>
          </a:p>
        </p:txBody>
      </p:sp>
      <p:sp>
        <p:nvSpPr>
          <p:cNvPr id="1213478633" name="news_name_1"/>
          <p:cNvSpPr/>
          <p:nvPr/>
        </p:nvSpPr>
        <p:spPr bwMode="auto">
          <a:xfrm rot="0" flipH="0" flipV="0">
            <a:off x="406398" y="1803399"/>
            <a:ext cx="3657600" cy="10159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Aptos Narrow"/>
                <a:ea typeface="Aptos Narrow"/>
                <a:cs typeface="Aptos Narrow"/>
              </a:rPr>
              <a:t>Lorem ipsum dolor sit amet</a:t>
            </a:r>
            <a:endParaRPr>
              <a:solidFill>
                <a:schemeClr val="bg1"/>
              </a:solidFill>
              <a:latin typeface="Aptos Narrow"/>
              <a:cs typeface="Aptos Narrow"/>
            </a:endParaRPr>
          </a:p>
        </p:txBody>
      </p:sp>
      <p:sp>
        <p:nvSpPr>
          <p:cNvPr id="747970552" name="news_1"/>
          <p:cNvSpPr/>
          <p:nvPr/>
        </p:nvSpPr>
        <p:spPr bwMode="auto">
          <a:xfrm rot="0" flipH="0" flipV="0">
            <a:off x="406398" y="2819399"/>
            <a:ext cx="3657600"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1"/>
                </a:solidFill>
                <a:latin typeface="Aptos Narrow"/>
                <a:ea typeface="Aptos Narrow"/>
                <a:cs typeface="Aptos Narrow"/>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1"/>
              </a:solidFill>
              <a:latin typeface="Aptos Narrow"/>
              <a:cs typeface="Aptos Narrow"/>
            </a:endParaRPr>
          </a:p>
        </p:txBody>
      </p:sp>
      <p:sp>
        <p:nvSpPr>
          <p:cNvPr id="1018746483" name="news_name_2"/>
          <p:cNvSpPr/>
          <p:nvPr/>
        </p:nvSpPr>
        <p:spPr bwMode="auto">
          <a:xfrm rot="0" flipH="0" flipV="0">
            <a:off x="4267198" y="1803399"/>
            <a:ext cx="3657599" cy="1016000"/>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Aptos Narrow"/>
                <a:ea typeface="Aptos Narrow"/>
                <a:cs typeface="Aptos Narrow"/>
              </a:rPr>
              <a:t>Lorem ipsum dolor sit amet</a:t>
            </a:r>
            <a:endParaRPr>
              <a:solidFill>
                <a:schemeClr val="bg1"/>
              </a:solidFill>
              <a:latin typeface="Aptos Narrow"/>
              <a:cs typeface="Aptos Narrow"/>
            </a:endParaRPr>
          </a:p>
        </p:txBody>
      </p:sp>
      <p:sp>
        <p:nvSpPr>
          <p:cNvPr id="515081109" name="news_2"/>
          <p:cNvSpPr/>
          <p:nvPr/>
        </p:nvSpPr>
        <p:spPr bwMode="auto">
          <a:xfrm rot="0" flipH="0" flipV="0">
            <a:off x="4267198" y="2819399"/>
            <a:ext cx="3657600"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defRPr/>
            </a:pPr>
            <a:r>
              <a:rPr lang="it-IT" sz="1600" b="0" i="0" u="none" strike="noStrike" cap="none" spc="0">
                <a:solidFill>
                  <a:schemeClr val="tx1"/>
                </a:solidFill>
                <a:latin typeface="Aptos Narrow"/>
                <a:ea typeface="Aptos Narrow"/>
                <a:cs typeface="Aptos Narrow"/>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a:solidFill>
                <a:schemeClr val="tx1"/>
              </a:solidFill>
              <a:latin typeface="Aptos Narrow"/>
              <a:cs typeface="Aptos Narrow"/>
            </a:endParaRPr>
          </a:p>
        </p:txBody>
      </p:sp>
      <p:sp>
        <p:nvSpPr>
          <p:cNvPr id="1132270404" name="news_name_3"/>
          <p:cNvSpPr/>
          <p:nvPr/>
        </p:nvSpPr>
        <p:spPr bwMode="auto">
          <a:xfrm rot="0" flipH="0" flipV="0">
            <a:off x="8127999" y="1803399"/>
            <a:ext cx="3657597" cy="10159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Aptos Narrow"/>
                <a:ea typeface="Aptos Narrow"/>
                <a:cs typeface="Aptos Narrow"/>
              </a:rPr>
              <a:t>Lorem ipsum dolor sit amet</a:t>
            </a:r>
            <a:endParaRPr>
              <a:solidFill>
                <a:schemeClr val="bg1"/>
              </a:solidFill>
              <a:latin typeface="Aptos Narrow"/>
              <a:cs typeface="Aptos Narrow"/>
            </a:endParaRPr>
          </a:p>
        </p:txBody>
      </p:sp>
      <p:sp>
        <p:nvSpPr>
          <p:cNvPr id="171148408" name="news_3"/>
          <p:cNvSpPr/>
          <p:nvPr/>
        </p:nvSpPr>
        <p:spPr bwMode="auto">
          <a:xfrm rot="0" flipH="0" flipV="0">
            <a:off x="8127999" y="2819399"/>
            <a:ext cx="3657597"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1"/>
                </a:solidFill>
                <a:latin typeface="Aptos Narrow"/>
                <a:ea typeface="Aptos Narrow"/>
                <a:cs typeface="Aptos Narrow"/>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1"/>
              </a:solidFill>
              <a:latin typeface="Aptos Narrow"/>
              <a:cs typeface="Aptos Narrow"/>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Marquee">
      <a:dk1>
        <a:srgbClr val="000000"/>
      </a:dk1>
      <a:lt1>
        <a:srgbClr val="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extraClrScheme>
  </a:extraClrSchemeLst>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5</Slides>
  <Notes>5</Notes>
  <HiddenSlides>0</HiddenSlides>
  <MMClips>2</MMClips>
  <ScaleCrop>0</ScaleCrop>
  <HeadingPairs>
    <vt:vector size="4" baseType="variant">
      <vt:variant>
        <vt:lpstr>Theme</vt:lpstr>
      </vt:variant>
      <vt:variant>
        <vt:i4>1</vt:i4>
      </vt:variant>
      <vt:variant>
        <vt:lpstr>Slide Titles</vt:lpstr>
      </vt:variant>
      <vt:variant>
        <vt:i4>5</vt:i4>
      </vt:variant>
    </vt:vector>
  </HeadingPairs>
  <TitlesOfParts>
    <vt:vector size="6" baseType="lpstr">
      <vt:lpstr>Theme 1</vt:lpstr>
      <vt:lpstr>Slide 1</vt:lpstr>
      <vt:lpstr>Slide 2</vt:lpstr>
      <vt:lpstr>Slide 3</vt:lpstr>
      <vt:lpstr>Slide 4</vt:lpstr>
      <vt:lpstr>Slide 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42</cp:revision>
  <dcterms:modified xsi:type="dcterms:W3CDTF">2026-10-07T09:45:12Z</dcterms:modified>
</cp:coreProperties>
</file>