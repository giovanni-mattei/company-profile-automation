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4.xml" ContentType="application/vnd.openxmlformats-officedocument.presentationml.notesSlide+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slideLayouts/slideLayout2.xml" ContentType="application/vnd.openxmlformats-officedocument.presentationml.slideLayout+xml"/>
  <Override PartName="/ppt/slides/slide3.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viewProps.xml" ContentType="application/vnd.openxmlformats-officedocument.presentationml.viewProp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slideLayouts/slideLayout1.xml" ContentType="application/vnd.openxmlformats-officedocument.presentationml.slideLayout+xml"/>
  <Override PartName="/ppt/notesSlides/notesSlide5.xml" ContentType="application/vnd.openxmlformats-officedocument.presentationml.notesSlide+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showSpecialPlsOnTitleSld="0">
  <p:sldMasterIdLst>
    <p:sldMasterId id="2147483648" r:id="rId1"/>
  </p:sldMasterIdLst>
  <p:notesMasterIdLst>
    <p:notesMasterId r:id="rId9"/>
  </p:notesMasterIdLst>
  <p:sldIdLst>
    <p:sldId id="256" r:id="rId4"/>
    <p:sldId id="257" r:id="rId5"/>
    <p:sldId id="258" r:id="rId6"/>
    <p:sldId id="259" r:id="rId7"/>
    <p:sldId id="260" r:id="rId8"/>
  </p:sldIdLst>
  <p:sldSz cx="12192000" cy="6858000"/>
  <p:notesSz cx="6858000" cy="9144000"/>
  <p:defaultText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p:cViewPr varScale="1">
        <p:scale>
          <a:sx n="100" d="100"/>
          <a:sy n="100" d="100"/>
        </p:scale>
        <p:origin x="378" y="90"/>
      </p:cViewPr>
      <p:guideLst>
        <p:guide pos="3840"/>
        <p:guide pos="2160" orient="horz"/>
      </p:guideLst>
    </p:cSldViewPr>
  </p:slideViewPr>
  <p:gridSpacing cx="203200" cy="203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presProps" Target="presProps.xml" /><Relationship Id="rId11" Type="http://schemas.openxmlformats.org/officeDocument/2006/relationships/tableStyles" Target="tableStyles.xml" /><Relationship Id="rId12"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01524969" name="Header Placeholder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en-US"/>
          </a:p>
        </p:txBody>
      </p:sp>
      <p:sp>
        <p:nvSpPr>
          <p:cNvPr id="62087049" name="Date Placeholder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en-US"/>
              <a:t>10/30/2013</a:t>
            </a:fld>
            <a:endParaRPr lang="en-US"/>
          </a:p>
        </p:txBody>
      </p:sp>
      <p:sp>
        <p:nvSpPr>
          <p:cNvPr id="1458043493" name="Slide Image Placeholder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en-US"/>
          </a:p>
        </p:txBody>
      </p:sp>
      <p:sp>
        <p:nvSpPr>
          <p:cNvPr id="1525086573" name="Notes Placeholder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921916788" name="Footer Placeholder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en-US"/>
          </a:p>
        </p:txBody>
      </p:sp>
      <p:sp>
        <p:nvSpPr>
          <p:cNvPr id="564513752" name="Slide Number Placeholder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en-US"/>
              <a:t>‹#›</a:t>
            </a:fld>
            <a:endParaRPr lang="en-US"/>
          </a:p>
        </p:txBody>
      </p:sp>
    </p:spTree>
  </p:cSld>
  <p:clrMap bg1="lt1" tx1="dk1" bg2="lt2" tx2="dk2" accent1="accent1" accent2="accent2" accent3="accent3" accent4="accent4" accent5="accent5" accent6="accent6" hlink="hlink" folHlink="folHlink"/>
  <p:hf dt="0" ftr="0" hdr="0" sldNum="1"/>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0852339" name="Slide Image Placeholder 1"/>
          <p:cNvSpPr>
            <a:spLocks noChangeAspect="1" noGrp="1" noRot="1"/>
          </p:cNvSpPr>
          <p:nvPr>
            <p:ph type="sldImg"/>
          </p:nvPr>
        </p:nvSpPr>
        <p:spPr bwMode="auto">
          <a:xfrm>
            <a:off x="685800" y="1143000"/>
            <a:ext cx="5486400" cy="3086100"/>
          </a:xfrm>
        </p:spPr>
      </p:sp>
      <p:sp>
        <p:nvSpPr>
          <p:cNvPr id="66227231" name="Notes Placeholder 2"/>
          <p:cNvSpPr>
            <a:spLocks noGrp="1"/>
          </p:cNvSpPr>
          <p:nvPr>
            <p:ph type="body" idx="1"/>
          </p:nvPr>
        </p:nvSpPr>
        <p:spPr bwMode="auto"/>
        <p:txBody>
          <a:bodyPr/>
          <a:lstStyle/>
          <a:p>
            <a:pPr>
              <a:defRPr/>
            </a:pPr>
            <a:endParaRPr lang="en-US">
              <a:latin typeface="Arial"/>
              <a:cs typeface="Arial"/>
            </a:endParaRPr>
          </a:p>
        </p:txBody>
      </p:sp>
      <p:sp>
        <p:nvSpPr>
          <p:cNvPr id="154986018" name="Slide Number Placeholder 3"/>
          <p:cNvSpPr>
            <a:spLocks noGrp="1"/>
          </p:cNvSpPr>
          <p:nvPr>
            <p:ph type="sldNum" sz="quarter" idx="10"/>
          </p:nvPr>
        </p:nvSpPr>
        <p:spPr bwMode="auto"/>
        <p:txBody>
          <a:bodyPr/>
          <a:lstStyle/>
          <a:p>
            <a:pPr>
              <a:defRPr/>
            </a:pPr>
            <a:fld id="{2E6999B8-B6B4-4561-A3CD-BBCDAB9FC9D9}"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9927537" name="Slide Image Placeholder 1"/>
          <p:cNvSpPr>
            <a:spLocks noChangeAspect="1" noGrp="1" noRot="1"/>
          </p:cNvSpPr>
          <p:nvPr>
            <p:ph type="sldImg"/>
          </p:nvPr>
        </p:nvSpPr>
        <p:spPr bwMode="auto"/>
      </p:sp>
      <p:sp>
        <p:nvSpPr>
          <p:cNvPr id="828639689" name="Notes Placeholder 2"/>
          <p:cNvSpPr>
            <a:spLocks noGrp="1"/>
          </p:cNvSpPr>
          <p:nvPr>
            <p:ph type="body" idx="1"/>
          </p:nvPr>
        </p:nvSpPr>
        <p:spPr bwMode="auto"/>
        <p:txBody>
          <a:bodyPr/>
          <a:lstStyle/>
          <a:p>
            <a:pPr>
              <a:defRPr/>
            </a:pPr>
            <a:endParaRPr/>
          </a:p>
        </p:txBody>
      </p:sp>
      <p:sp>
        <p:nvSpPr>
          <p:cNvPr id="1844446614" name="Slide Number Placeholder 3"/>
          <p:cNvSpPr>
            <a:spLocks noGrp="1"/>
          </p:cNvSpPr>
          <p:nvPr>
            <p:ph type="sldNum" sz="quarter" idx="10"/>
          </p:nvPr>
        </p:nvSpPr>
        <p:spPr bwMode="auto"/>
        <p:txBody>
          <a:bodyPr/>
          <a:lstStyle/>
          <a:p>
            <a:pPr>
              <a:defRPr/>
            </a:pPr>
            <a:fld id="{9182EF0A-A771-ECF1-0FFC-8586B359D997}"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1891188" name="Slide Image Placeholder 1"/>
          <p:cNvSpPr>
            <a:spLocks noChangeAspect="1" noGrp="1" noRot="1"/>
          </p:cNvSpPr>
          <p:nvPr>
            <p:ph type="sldImg"/>
          </p:nvPr>
        </p:nvSpPr>
        <p:spPr bwMode="auto"/>
      </p:sp>
      <p:sp>
        <p:nvSpPr>
          <p:cNvPr id="1176411184" name="Notes Placeholder 2"/>
          <p:cNvSpPr>
            <a:spLocks noGrp="1"/>
          </p:cNvSpPr>
          <p:nvPr>
            <p:ph type="body" idx="1"/>
          </p:nvPr>
        </p:nvSpPr>
        <p:spPr bwMode="auto"/>
        <p:txBody>
          <a:bodyPr/>
          <a:lstStyle/>
          <a:p>
            <a:pPr>
              <a:defRPr/>
            </a:pPr>
            <a:endParaRPr/>
          </a:p>
        </p:txBody>
      </p:sp>
      <p:sp>
        <p:nvSpPr>
          <p:cNvPr id="655615717" name="Slide Number Placeholder 3"/>
          <p:cNvSpPr>
            <a:spLocks noGrp="1"/>
          </p:cNvSpPr>
          <p:nvPr>
            <p:ph type="sldNum" sz="quarter" idx="10"/>
          </p:nvPr>
        </p:nvSpPr>
        <p:spPr bwMode="auto"/>
        <p:txBody>
          <a:bodyPr/>
          <a:lstStyle/>
          <a:p>
            <a:pPr>
              <a:defRPr/>
            </a:pPr>
            <a:fld id="{A9FDA3FF-A8CC-A44C-6F82-C6C2382F685E}"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678718" name="Slide Image Placeholder 1"/>
          <p:cNvSpPr>
            <a:spLocks noChangeAspect="1" noGrp="1" noRot="1"/>
          </p:cNvSpPr>
          <p:nvPr>
            <p:ph type="sldImg"/>
          </p:nvPr>
        </p:nvSpPr>
        <p:spPr bwMode="auto"/>
      </p:sp>
      <p:sp>
        <p:nvSpPr>
          <p:cNvPr id="286066249" name="Notes Placeholder 2"/>
          <p:cNvSpPr>
            <a:spLocks noGrp="1"/>
          </p:cNvSpPr>
          <p:nvPr>
            <p:ph type="body" idx="1"/>
          </p:nvPr>
        </p:nvSpPr>
        <p:spPr bwMode="auto"/>
        <p:txBody>
          <a:bodyPr/>
          <a:lstStyle/>
          <a:p>
            <a:pPr>
              <a:defRPr/>
            </a:pPr>
            <a:endParaRPr/>
          </a:p>
        </p:txBody>
      </p:sp>
      <p:sp>
        <p:nvSpPr>
          <p:cNvPr id="305173000" name="Slide Number Placeholder 3"/>
          <p:cNvSpPr>
            <a:spLocks noGrp="1"/>
          </p:cNvSpPr>
          <p:nvPr>
            <p:ph type="sldNum" sz="quarter" idx="10"/>
          </p:nvPr>
        </p:nvSpPr>
        <p:spPr bwMode="auto"/>
        <p:txBody>
          <a:bodyPr/>
          <a:lstStyle/>
          <a:p>
            <a:pPr>
              <a:defRPr/>
            </a:pPr>
            <a:fld id="{2C79BD58-2C2A-2DD2-AD6D-7237FB36A47F}"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8056674" name="Slide Image Placeholder 1"/>
          <p:cNvSpPr>
            <a:spLocks noChangeAspect="1" noGrp="1" noRot="1"/>
          </p:cNvSpPr>
          <p:nvPr>
            <p:ph type="sldImg"/>
          </p:nvPr>
        </p:nvSpPr>
        <p:spPr bwMode="auto"/>
      </p:sp>
      <p:sp>
        <p:nvSpPr>
          <p:cNvPr id="1774066913" name="Notes Placeholder 2"/>
          <p:cNvSpPr>
            <a:spLocks noGrp="1"/>
          </p:cNvSpPr>
          <p:nvPr>
            <p:ph type="body" idx="1"/>
          </p:nvPr>
        </p:nvSpPr>
        <p:spPr bwMode="auto"/>
        <p:txBody>
          <a:bodyPr/>
          <a:lstStyle/>
          <a:p>
            <a:pPr>
              <a:defRPr/>
            </a:pPr>
            <a:endParaRPr/>
          </a:p>
        </p:txBody>
      </p:sp>
      <p:sp>
        <p:nvSpPr>
          <p:cNvPr id="710903706" name="Slide Number Placeholder 3"/>
          <p:cNvSpPr>
            <a:spLocks noGrp="1"/>
          </p:cNvSpPr>
          <p:nvPr>
            <p:ph type="sldNum" sz="quarter" idx="10"/>
          </p:nvPr>
        </p:nvSpPr>
        <p:spPr bwMode="auto"/>
        <p:txBody>
          <a:bodyPr/>
          <a:lstStyle/>
          <a:p>
            <a:pPr>
              <a:defRPr/>
            </a:pPr>
            <a:fld id="{11ADC0F5-3AD5-6105-20E7-E3714E5B283A}"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1903481793" name="Rectangle 1245485961"/>
          <p:cNvSpPr/>
          <p:nvPr/>
        </p:nvSpPr>
        <p:spPr bwMode="auto">
          <a:xfrm rot="0" flipH="0" flipV="0">
            <a:off x="0" y="-25398"/>
            <a:ext cx="4063999" cy="6908797"/>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cxnSp>
        <p:nvCxnSpPr>
          <p:cNvPr id="2080441653" name=""/>
          <p:cNvCxnSpPr/>
          <p:nvPr/>
        </p:nvCxnSpPr>
        <p:spPr bwMode="auto">
          <a:xfrm flipH="0" flipV="0">
            <a:off x="4267199" y="3428660"/>
            <a:ext cx="6705597" cy="339"/>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43833349" name="Title 1"/>
          <p:cNvSpPr>
            <a:spLocks noGrp="1"/>
          </p:cNvSpPr>
          <p:nvPr>
            <p:ph type="ctrTitle"/>
          </p:nvPr>
        </p:nvSpPr>
        <p:spPr bwMode="auto">
          <a:xfrm flipH="0" flipV="0">
            <a:off x="4267199" y="1600200"/>
            <a:ext cx="6705597" cy="1625598"/>
          </a:xfrm>
        </p:spPr>
        <p:txBody>
          <a:bodyPr anchor="b"/>
          <a:lstStyle>
            <a:lvl1pPr algn="l">
              <a:defRPr sz="4800" b="1">
                <a:solidFill>
                  <a:schemeClr val="tx2"/>
                </a:solidFill>
              </a:defRPr>
            </a:lvl1pPr>
            <a:lvl2pPr algn="l">
              <a:defRPr sz="4800" b="1">
                <a:solidFill>
                  <a:schemeClr val="tx2"/>
                </a:solidFill>
              </a:defRPr>
            </a:lvl2pPr>
            <a:lvl3pPr algn="l">
              <a:defRPr sz="4800" b="1">
                <a:solidFill>
                  <a:schemeClr val="tx2"/>
                </a:solidFill>
              </a:defRPr>
            </a:lvl3pPr>
            <a:lvl4pPr algn="l">
              <a:defRPr sz="4800" b="1">
                <a:solidFill>
                  <a:schemeClr val="tx2"/>
                </a:solidFill>
              </a:defRPr>
            </a:lvl4pPr>
            <a:lvl5pPr algn="l">
              <a:defRPr sz="4800" b="1">
                <a:solidFill>
                  <a:schemeClr val="tx2"/>
                </a:solidFill>
              </a:defRPr>
            </a:lvl5pPr>
            <a:lvl6pPr algn="l">
              <a:defRPr sz="4800" b="1">
                <a:solidFill>
                  <a:schemeClr val="tx2"/>
                </a:solidFill>
              </a:defRPr>
            </a:lvl6pPr>
            <a:lvl7pPr algn="l">
              <a:defRPr sz="4800" b="1">
                <a:solidFill>
                  <a:schemeClr val="tx2"/>
                </a:solidFill>
              </a:defRPr>
            </a:lvl7pPr>
            <a:lvl8pPr algn="l">
              <a:defRPr sz="4800" b="1">
                <a:solidFill>
                  <a:schemeClr val="tx2"/>
                </a:solidFill>
              </a:defRPr>
            </a:lvl8pPr>
            <a:lvl9pPr algn="l">
              <a:defRPr sz="4800" b="1">
                <a:solidFill>
                  <a:schemeClr val="tx2"/>
                </a:solidFill>
              </a:defRPr>
            </a:lvl9pPr>
          </a:lstStyle>
          <a:p>
            <a:pPr>
              <a:defRPr/>
            </a:pPr>
            <a:r>
              <a:rPr lang="en-US"/>
              <a:t>Click to edit Master title style</a:t>
            </a:r>
            <a:endParaRPr lang="en-US"/>
          </a:p>
        </p:txBody>
      </p:sp>
      <p:sp>
        <p:nvSpPr>
          <p:cNvPr id="1329070098" name="Subtitle 2"/>
          <p:cNvSpPr>
            <a:spLocks noGrp="1"/>
          </p:cNvSpPr>
          <p:nvPr>
            <p:ph type="subTitle" idx="1"/>
          </p:nvPr>
        </p:nvSpPr>
        <p:spPr bwMode="auto">
          <a:xfrm flipH="0" flipV="0">
            <a:off x="4267199" y="3632198"/>
            <a:ext cx="6705597" cy="1625598"/>
          </a:xfrm>
        </p:spPr>
        <p:txBody>
          <a:bodyPr/>
          <a:lstStyle>
            <a:lvl1pPr marL="0" indent="0" algn="l">
              <a:buNone/>
              <a:defRPr sz="2800">
                <a:solidFill>
                  <a:schemeClr val="tx2"/>
                </a:solidFill>
              </a:defRPr>
            </a:lvl1pPr>
            <a:lvl2pPr marL="457200" indent="0" algn="l">
              <a:buNone/>
              <a:defRPr sz="2800">
                <a:solidFill>
                  <a:schemeClr val="tx2"/>
                </a:solidFill>
              </a:defRPr>
            </a:lvl2pPr>
            <a:lvl3pPr marL="914400" indent="0" algn="l">
              <a:buNone/>
              <a:defRPr sz="2800">
                <a:solidFill>
                  <a:schemeClr val="tx2"/>
                </a:solidFill>
              </a:defRPr>
            </a:lvl3pPr>
            <a:lvl4pPr marL="1371600" indent="0" algn="l">
              <a:buNone/>
              <a:defRPr sz="2800">
                <a:solidFill>
                  <a:schemeClr val="tx2"/>
                </a:solidFill>
              </a:defRPr>
            </a:lvl4pPr>
            <a:lvl5pPr marL="1828800" indent="0" algn="l">
              <a:buNone/>
              <a:defRPr sz="2800">
                <a:solidFill>
                  <a:schemeClr val="tx2"/>
                </a:solidFill>
              </a:defRPr>
            </a:lvl5pPr>
            <a:lvl6pPr marL="2286000" indent="0" algn="l">
              <a:buNone/>
              <a:defRPr sz="2800">
                <a:solidFill>
                  <a:schemeClr val="tx2"/>
                </a:solidFill>
              </a:defRPr>
            </a:lvl6pPr>
            <a:lvl7pPr marL="2743200" indent="0" algn="l">
              <a:buNone/>
              <a:defRPr sz="2800">
                <a:solidFill>
                  <a:schemeClr val="tx2"/>
                </a:solidFill>
              </a:defRPr>
            </a:lvl7pPr>
            <a:lvl8pPr marL="3200400" indent="0" algn="l">
              <a:buNone/>
              <a:defRPr sz="2800">
                <a:solidFill>
                  <a:schemeClr val="tx2"/>
                </a:solidFill>
              </a:defRPr>
            </a:lvl8pPr>
            <a:lvl9pPr marL="3657600" indent="0" algn="l">
              <a:buNone/>
              <a:defRPr sz="2800">
                <a:solidFill>
                  <a:schemeClr val="tx2"/>
                </a:solidFill>
              </a:defRPr>
            </a:lvl9pPr>
          </a:lstStyle>
          <a:p>
            <a:pPr>
              <a:defRPr/>
            </a:pPr>
            <a:r>
              <a:rPr lang="en-US"/>
              <a:t>Click to edit Master subtitle style</a:t>
            </a: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661020164" name="Title 1"/>
          <p:cNvSpPr>
            <a:spLocks noGrp="1"/>
          </p:cNvSpPr>
          <p:nvPr>
            <p:ph type="title"/>
          </p:nvPr>
        </p:nvSpPr>
        <p:spPr bwMode="auto">
          <a:xfrm flipH="0" flipV="0">
            <a:off x="406399" y="177798"/>
            <a:ext cx="11379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1987771041" name=""/>
          <p:cNvCxnSpPr/>
          <p:nvPr/>
        </p:nvCxnSpPr>
        <p:spPr bwMode="auto">
          <a:xfrm flipH="0" flipV="0">
            <a:off x="406399" y="990599"/>
            <a:ext cx="11379199"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88382541"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696554200"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AEDD7464-98B3-EF0F-F850-7E06DF1F04D8}" type="slidenum">
              <a:rPr lang="en-US"/>
              <a:t>&lt;#&gt;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494031118" name="Rectangle 1245485961"/>
          <p:cNvSpPr/>
          <p:nvPr/>
        </p:nvSpPr>
        <p:spPr bwMode="auto">
          <a:xfrm rot="0" flipH="0" flipV="0">
            <a:off x="8127999" y="-25399"/>
            <a:ext cx="4063999" cy="6908799"/>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9490369" name="Title 1"/>
          <p:cNvSpPr>
            <a:spLocks noGrp="1"/>
          </p:cNvSpPr>
          <p:nvPr>
            <p:ph type="title"/>
          </p:nvPr>
        </p:nvSpPr>
        <p:spPr bwMode="auto">
          <a:xfrm flipH="0" flipV="0">
            <a:off x="406399" y="177798"/>
            <a:ext cx="7315199"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341934453" name=""/>
          <p:cNvCxnSpPr/>
          <p:nvPr/>
        </p:nvCxnSpPr>
        <p:spPr bwMode="auto">
          <a:xfrm flipH="0" flipV="0">
            <a:off x="406399" y="990599"/>
            <a:ext cx="7315199"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68320010"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1572753832"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vl6pPr>
              <a:defRPr>
                <a:solidFill>
                  <a:schemeClr val="bg2"/>
                </a:solidFill>
              </a:defRPr>
            </a:lvl6pPr>
            <a:lvl7pPr>
              <a:defRPr>
                <a:solidFill>
                  <a:schemeClr val="bg2"/>
                </a:solidFill>
              </a:defRPr>
            </a:lvl7pPr>
            <a:lvl8pPr>
              <a:defRPr>
                <a:solidFill>
                  <a:schemeClr val="bg2"/>
                </a:solidFill>
              </a:defRPr>
            </a:lvl8pPr>
            <a:lvl9pPr>
              <a:defRPr>
                <a:solidFill>
                  <a:schemeClr val="bg2"/>
                </a:solidFill>
              </a:defRPr>
            </a:lvl9pPr>
          </a:lstStyle>
          <a:p>
            <a:pPr>
              <a:defRPr/>
            </a:pPr>
            <a:fld id="{40A18D06-49F8-D332-19DF-C1DE6A70A68E}" type="slidenum">
              <a:rPr lang="en-US"/>
              <a:t>&lt;#&gt;</a:t>
            </a:fld>
            <a:endParaRPr lang="en-US"/>
          </a:p>
        </p:txBody>
      </p:sp>
      <p:cxnSp>
        <p:nvCxnSpPr>
          <p:cNvPr id="873533648" name=""/>
          <p:cNvCxnSpPr/>
          <p:nvPr/>
        </p:nvCxnSpPr>
        <p:spPr bwMode="auto">
          <a:xfrm flipH="0" flipV="0">
            <a:off x="8534399" y="990439"/>
            <a:ext cx="3251199" cy="159"/>
          </a:xfrm>
          <a:prstGeom prst="line">
            <a:avLst/>
          </a:prstGeom>
          <a:ln w="190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66250286" name="Text Placeholder 9"/>
          <p:cNvSpPr>
            <a:spLocks noGrp="1"/>
          </p:cNvSpPr>
          <p:nvPr>
            <p:ph type="body" sz="quarter"/>
          </p:nvPr>
        </p:nvSpPr>
        <p:spPr bwMode="auto">
          <a:xfrm rot="0" flipH="0" flipV="0">
            <a:off x="8534399" y="177798"/>
            <a:ext cx="3251199" cy="812799"/>
          </a:xfrm>
        </p:spPr>
        <p:txBody>
          <a:bodyPr vertOverflow="overflow" horzOverflow="overflow" vert="horz" wrap="square" lIns="91440" tIns="45720" rIns="91440" bIns="45720" numCol="1" spcCol="0" rtlCol="0" fromWordArt="0" anchor="ctr" anchorCtr="0" forceAA="0" upright="0" compatLnSpc="0">
            <a:normAutofit/>
          </a:bodyPr>
          <a:lstStyle>
            <a:lvl1pPr algn="ctr">
              <a:spcBef>
                <a:spcPts val="0"/>
              </a:spcBef>
              <a:defRPr sz="2400" b="1">
                <a:solidFill>
                  <a:schemeClr val="bg2"/>
                </a:solidFill>
              </a:defRPr>
            </a:lvl1pPr>
            <a:lvl2pPr algn="ctr">
              <a:defRPr sz="2400" b="1">
                <a:solidFill>
                  <a:schemeClr val="bg2"/>
                </a:solidFill>
              </a:defRPr>
            </a:lvl2pPr>
            <a:lvl3pPr algn="ctr">
              <a:defRPr sz="2400" b="1">
                <a:solidFill>
                  <a:schemeClr val="bg2"/>
                </a:solidFill>
              </a:defRPr>
            </a:lvl3pPr>
            <a:lvl4pPr algn="ctr">
              <a:defRPr sz="2400" b="1">
                <a:solidFill>
                  <a:schemeClr val="bg2"/>
                </a:solidFill>
              </a:defRPr>
            </a:lvl4pPr>
            <a:lvl5pPr algn="ctr">
              <a:defRPr sz="2400" b="1">
                <a:solidFill>
                  <a:schemeClr val="bg2"/>
                </a:solidFill>
              </a:defRPr>
            </a:lvl5pPr>
            <a:lvl6pPr algn="ctr">
              <a:defRPr sz="2400" b="1">
                <a:solidFill>
                  <a:schemeClr val="bg2"/>
                </a:solidFill>
              </a:defRPr>
            </a:lvl6pPr>
            <a:lvl7pPr algn="ctr">
              <a:defRPr sz="2400" b="1">
                <a:solidFill>
                  <a:schemeClr val="bg2"/>
                </a:solidFill>
              </a:defRPr>
            </a:lvl7pPr>
            <a:lvl8pPr algn="ctr">
              <a:defRPr sz="2400" b="1">
                <a:solidFill>
                  <a:schemeClr val="bg2"/>
                </a:solidFill>
              </a:defRPr>
            </a:lvl8pPr>
            <a:lvl9pPr algn="ctr">
              <a:defRPr sz="2400" b="1">
                <a:solidFill>
                  <a:schemeClr val="bg2"/>
                </a:solidFill>
              </a:defRPr>
            </a:lvl9pPr>
          </a:lstStyle>
          <a:p>
            <a:pPr marL="0" lvl="0" indent="0">
              <a:buFont typeface="Arial"/>
              <a:buNone/>
              <a:defRPr/>
            </a:pPr>
            <a:r>
              <a:rPr lang="en-US"/>
              <a:t>Click to edit Master text styles</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294406083" name="Title 1"/>
          <p:cNvSpPr>
            <a:spLocks noGrp="1"/>
          </p:cNvSpPr>
          <p:nvPr>
            <p:ph type="title"/>
          </p:nvPr>
        </p:nvSpPr>
        <p:spPr bwMode="auto">
          <a:xfrm flipH="0" flipV="0">
            <a:off x="406399" y="177798"/>
            <a:ext cx="11379198" cy="812799"/>
          </a:xfrm>
        </p:spPr>
        <p:txBody>
          <a:bodyPr vertOverflow="overflow" horzOverflow="overflow" vert="horz" wrap="square" lIns="91440" tIns="45720" rIns="91440" bIns="45720" numCol="1" spcCol="0" rtlCol="0" fromWordArt="0" anchor="ctr" anchorCtr="0" forceAA="0" upright="0" compatLnSpc="0">
            <a:normAutofit/>
          </a:bodyPr>
          <a:lstStyle>
            <a:lvl1pPr>
              <a:defRPr sz="2400" b="1">
                <a:solidFill>
                  <a:schemeClr val="tx2"/>
                </a:solidFill>
              </a:defRPr>
            </a:lvl1pPr>
            <a:lvl2pPr>
              <a:defRPr sz="2400" b="1">
                <a:solidFill>
                  <a:schemeClr val="tx2"/>
                </a:solidFill>
              </a:defRPr>
            </a:lvl2pPr>
            <a:lvl3pPr>
              <a:defRPr sz="2400" b="1">
                <a:solidFill>
                  <a:schemeClr val="tx2"/>
                </a:solidFill>
              </a:defRPr>
            </a:lvl3pPr>
            <a:lvl4pPr>
              <a:defRPr sz="2400" b="1">
                <a:solidFill>
                  <a:schemeClr val="tx2"/>
                </a:solidFill>
              </a:defRPr>
            </a:lvl4pPr>
            <a:lvl5pPr>
              <a:defRPr sz="2400" b="1">
                <a:solidFill>
                  <a:schemeClr val="tx2"/>
                </a:solidFill>
              </a:defRPr>
            </a:lvl5pPr>
            <a:lvl6pPr>
              <a:defRPr sz="2400" b="1">
                <a:solidFill>
                  <a:schemeClr val="tx2"/>
                </a:solidFill>
              </a:defRPr>
            </a:lvl6pPr>
            <a:lvl7pPr>
              <a:defRPr sz="2400" b="1">
                <a:solidFill>
                  <a:schemeClr val="tx2"/>
                </a:solidFill>
              </a:defRPr>
            </a:lvl7pPr>
            <a:lvl8pPr>
              <a:defRPr sz="2400" b="1">
                <a:solidFill>
                  <a:schemeClr val="tx2"/>
                </a:solidFill>
              </a:defRPr>
            </a:lvl8pPr>
            <a:lvl9pPr>
              <a:defRPr sz="2400" b="1">
                <a:solidFill>
                  <a:schemeClr val="tx2"/>
                </a:solidFill>
              </a:defRPr>
            </a:lvl9pPr>
          </a:lstStyle>
          <a:p>
            <a:pPr>
              <a:defRPr/>
            </a:pPr>
            <a:r>
              <a:rPr lang="en-US"/>
              <a:t>Click to edit Master title style</a:t>
            </a:r>
            <a:endParaRPr lang="en-US"/>
          </a:p>
        </p:txBody>
      </p:sp>
      <p:cxnSp>
        <p:nvCxnSpPr>
          <p:cNvPr id="186503788" name=""/>
          <p:cNvCxnSpPr/>
          <p:nvPr/>
        </p:nvCxnSpPr>
        <p:spPr bwMode="auto">
          <a:xfrm flipH="0" flipV="0">
            <a:off x="406399" y="990599"/>
            <a:ext cx="11379198" cy="0"/>
          </a:xfrm>
          <a:prstGeom prst="line">
            <a:avLst/>
          </a:prstGeom>
          <a:ln w="190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04391929" name="Footer Placeholder 4"/>
          <p:cNvSpPr>
            <a:spLocks noGrp="1"/>
          </p:cNvSpPr>
          <p:nvPr>
            <p:ph type="ftr" sz="quarter" idx="3"/>
          </p:nvPr>
        </p:nvSpPr>
        <p:spPr bwMode="auto">
          <a:xfrm flipH="0" flipV="0">
            <a:off x="406398"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cxnSp>
        <p:nvCxnSpPr>
          <p:cNvPr id="1916595883" name=""/>
          <p:cNvCxnSpPr/>
          <p:nvPr/>
        </p:nvCxnSpPr>
        <p:spPr bwMode="auto">
          <a:xfrm flipH="0" flipV="0">
            <a:off x="8127999" y="1193799"/>
            <a:ext cx="0" cy="4876799"/>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80041369" name="Slide Number Placeholder 5"/>
          <p:cNvSpPr>
            <a:spLocks noGrp="1"/>
          </p:cNvSpPr>
          <p:nvPr>
            <p:ph type="sldNum" sz="quarter" idx="4"/>
          </p:nvPr>
        </p:nvSpPr>
        <p:spPr bwMode="auto">
          <a:xfrm flipH="0" flipV="0">
            <a:off x="10159999" y="6273799"/>
            <a:ext cx="1625598"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6FD24B3-D022-1669-DC58-8CE8DA8A8835}" type="slidenum">
              <a:rPr lang="en-US"/>
              <a:t>&lt;#&gt;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648738871" name="Title Placeholder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en-US"/>
              <a:t>Click to edit Master title style</a:t>
            </a:r>
            <a:endParaRPr lang="en-US"/>
          </a:p>
        </p:txBody>
      </p:sp>
      <p:sp>
        <p:nvSpPr>
          <p:cNvPr id="498882596" name="Text Placeholder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lang="en-US"/>
          </a:p>
        </p:txBody>
      </p:sp>
      <p:sp>
        <p:nvSpPr>
          <p:cNvPr id="1205183813" name="Footer Placeholder 4"/>
          <p:cNvSpPr>
            <a:spLocks noGrp="1"/>
          </p:cNvSpPr>
          <p:nvPr>
            <p:ph type="ftr" sz="quarter" idx="3"/>
          </p:nvPr>
        </p:nvSpPr>
        <p:spPr bwMode="auto">
          <a:xfrm flipH="0" flipV="0">
            <a:off x="406399" y="6273799"/>
            <a:ext cx="9753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l">
              <a:defRPr sz="1200">
                <a:solidFill>
                  <a:schemeClr val="tx1">
                    <a:tint val="75000"/>
                  </a:schemeClr>
                </a:solidFill>
              </a:defRPr>
            </a:lvl1pPr>
            <a:lvl2pPr algn="l">
              <a:defRPr/>
            </a:lvl2pPr>
            <a:lvl3pPr algn="l">
              <a:defRPr/>
            </a:lvl3pPr>
            <a:lvl4pPr algn="l">
              <a:defRPr/>
            </a:lvl4pPr>
            <a:lvl5pPr algn="l">
              <a:defRPr/>
            </a:lvl5pPr>
            <a:lvl6pPr algn="l">
              <a:defRPr/>
            </a:lvl6pPr>
            <a:lvl7pPr algn="l">
              <a:defRPr/>
            </a:lvl7pPr>
            <a:lvl8pPr algn="l">
              <a:defRPr/>
            </a:lvl8pPr>
            <a:lvl9pPr algn="l">
              <a:defRPr/>
            </a:lvl9pPr>
          </a:lstStyle>
          <a:p>
            <a:pPr>
              <a:defRPr/>
            </a:pPr>
            <a:r>
              <a:rPr/>
              <a:t>Source</a:t>
            </a:r>
            <a:endParaRPr/>
          </a:p>
        </p:txBody>
      </p:sp>
      <p:sp>
        <p:nvSpPr>
          <p:cNvPr id="1596293977" name="Slide Number Placeholder 5"/>
          <p:cNvSpPr>
            <a:spLocks noGrp="1"/>
          </p:cNvSpPr>
          <p:nvPr>
            <p:ph type="sldNum" sz="quarter" idx="4"/>
          </p:nvPr>
        </p:nvSpPr>
        <p:spPr bwMode="auto">
          <a:xfrm flipH="0" flipV="0">
            <a:off x="10159999" y="6273799"/>
            <a:ext cx="1625599" cy="406399"/>
          </a:xfrm>
          <a:prstGeom prst="rect">
            <a:avLst/>
          </a:prstGeom>
        </p:spPr>
        <p:txBody>
          <a:bodyPr vertOverflow="overflow" horzOverflow="overflow" vert="horz" wrap="square" lIns="91440" tIns="45720" rIns="91440" bIns="45720" numCol="1" spcCol="0" rtlCol="0" fromWordArt="0" anchor="t" anchorCtr="0" forceAA="0" upright="0" compatLnSpc="0"/>
          <a:lstStyle>
            <a:lvl1pPr algn="r">
              <a:defRPr sz="1200">
                <a:solidFill>
                  <a:schemeClr val="tx1">
                    <a:tint val="75000"/>
                  </a:schemeClr>
                </a:solidFill>
              </a:defRPr>
            </a:lvl1pPr>
          </a:lstStyle>
          <a:p>
            <a:pPr>
              <a:defRPr/>
            </a:pPr>
            <a:fld id="{08395586-F03A-48D1-94DF-16B239DF4FB5}"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dt="0" ftr="1" hdr="0" sldNum="1"/>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26489679" name="Title"/>
          <p:cNvSpPr>
            <a:spLocks noGrp="1"/>
          </p:cNvSpPr>
          <p:nvPr>
            <p:ph type="ctrTitle"/>
          </p:nvPr>
        </p:nvSpPr>
        <p:spPr bwMode="auto"/>
        <p:txBody>
          <a:bodyPr/>
          <a:lstStyle/>
          <a:p>
            <a:pPr>
              <a:defRPr/>
            </a:pPr>
            <a:r>
              <a:rPr lang="it-IT">
                <a:solidFill>
                  <a:schemeClr val="accent2"/>
                </a:solidFill>
              </a:rPr>
              <a:t>{company_name}</a:t>
            </a:r>
            <a:endParaRPr>
              <a:solidFill>
                <a:schemeClr val="accent2"/>
              </a:solidFill>
            </a:endParaRPr>
          </a:p>
        </p:txBody>
      </p:sp>
      <p:sp>
        <p:nvSpPr>
          <p:cNvPr id="1207360705" name="Subtitle"/>
          <p:cNvSpPr>
            <a:spLocks noGrp="1"/>
          </p:cNvSpPr>
          <p:nvPr>
            <p:ph type="subTitle" idx="1"/>
          </p:nvPr>
        </p:nvSpPr>
        <p:spPr bwMode="auto"/>
        <p:txBody>
          <a:bodyPr/>
          <a:lstStyle/>
          <a:p>
            <a:pPr>
              <a:defRPr/>
            </a:pPr>
            <a:r>
              <a:rPr i="1"/>
              <a:t>Company report as of </a:t>
            </a:r>
            <a:r>
              <a:rPr lang="it-IT" i="1"/>
              <a:t>{current_date}</a:t>
            </a:r>
            <a:endParaRPr i="1"/>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87947642" name="symbol"/>
          <p:cNvSpPr txBox="1"/>
          <p:nvPr/>
        </p:nvSpPr>
        <p:spPr bwMode="auto">
          <a:xfrm rot="0" flipH="0" flipV="0">
            <a:off x="2235198" y="26161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{ticker}</a:t>
            </a:r>
            <a:endParaRPr sz="1600" b="1">
              <a:solidFill>
                <a:schemeClr val="tx2"/>
              </a:solidFill>
            </a:endParaRPr>
          </a:p>
        </p:txBody>
      </p:sp>
      <p:sp>
        <p:nvSpPr>
          <p:cNvPr id="681153151" name="sector"/>
          <p:cNvSpPr txBox="1"/>
          <p:nvPr/>
        </p:nvSpPr>
        <p:spPr bwMode="auto">
          <a:xfrm rot="0" flipH="0" flipV="0">
            <a:off x="2235198" y="30225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2"/>
                </a:solidFill>
              </a:rPr>
              <a:t>{sector}</a:t>
            </a:r>
            <a:endParaRPr sz="1600" b="0">
              <a:solidFill>
                <a:schemeClr val="tx2"/>
              </a:solidFill>
            </a:endParaRPr>
          </a:p>
        </p:txBody>
      </p:sp>
      <p:sp>
        <p:nvSpPr>
          <p:cNvPr id="970483222" name="market_cap"/>
          <p:cNvSpPr txBox="1"/>
          <p:nvPr/>
        </p:nvSpPr>
        <p:spPr bwMode="auto">
          <a:xfrm rot="0" flipH="0" flipV="0">
            <a:off x="2235198" y="38353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{market_cap}</a:t>
            </a:r>
            <a:endParaRPr sz="1600" b="1">
              <a:solidFill>
                <a:schemeClr val="tx2"/>
              </a:solidFill>
            </a:endParaRPr>
          </a:p>
        </p:txBody>
      </p:sp>
      <p:sp>
        <p:nvSpPr>
          <p:cNvPr id="294228884" name="share_earnings"/>
          <p:cNvSpPr txBox="1"/>
          <p:nvPr/>
        </p:nvSpPr>
        <p:spPr bwMode="auto">
          <a:xfrm rot="0" flipH="0" flipV="0">
            <a:off x="2235198" y="4648197"/>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{share_earnings}</a:t>
            </a:r>
            <a:endParaRPr sz="1600" b="1">
              <a:solidFill>
                <a:schemeClr val="tx2"/>
              </a:solidFill>
            </a:endParaRPr>
          </a:p>
        </p:txBody>
      </p:sp>
      <p:sp>
        <p:nvSpPr>
          <p:cNvPr id="1940343906" name="share_price"/>
          <p:cNvSpPr txBox="1"/>
          <p:nvPr/>
        </p:nvSpPr>
        <p:spPr bwMode="auto">
          <a:xfrm rot="0" flipH="0" flipV="0">
            <a:off x="2235198" y="4241799"/>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{share_price}</a:t>
            </a:r>
            <a:endParaRPr sz="1600" b="1">
              <a:solidFill>
                <a:schemeClr val="tx2"/>
              </a:solidFill>
            </a:endParaRPr>
          </a:p>
        </p:txBody>
      </p:sp>
      <p:sp>
        <p:nvSpPr>
          <p:cNvPr id="410037861" name="analyst_rating"/>
          <p:cNvSpPr txBox="1"/>
          <p:nvPr/>
        </p:nvSpPr>
        <p:spPr bwMode="auto">
          <a:xfrm rot="0" flipH="0" flipV="0">
            <a:off x="2235198" y="50545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{analyst_rating}</a:t>
            </a:r>
            <a:endParaRPr sz="1600" b="1">
              <a:solidFill>
                <a:schemeClr val="tx2"/>
              </a:solidFill>
            </a:endParaRPr>
          </a:p>
        </p:txBody>
      </p:sp>
      <p:sp>
        <p:nvSpPr>
          <p:cNvPr id="146561029" name="industry"/>
          <p:cNvSpPr txBox="1"/>
          <p:nvPr/>
        </p:nvSpPr>
        <p:spPr bwMode="auto">
          <a:xfrm rot="0" flipH="0" flipV="0">
            <a:off x="2235198" y="3429000"/>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0">
                <a:solidFill>
                  <a:schemeClr val="tx2"/>
                </a:solidFill>
              </a:rPr>
              <a:t>{industry}</a:t>
            </a:r>
            <a:endParaRPr sz="1600" b="0">
              <a:solidFill>
                <a:schemeClr val="tx2"/>
              </a:solidFill>
            </a:endParaRPr>
          </a:p>
        </p:txBody>
      </p:sp>
      <p:sp>
        <p:nvSpPr>
          <p:cNvPr id="1760029809" name="name"/>
          <p:cNvSpPr txBox="1"/>
          <p:nvPr/>
        </p:nvSpPr>
        <p:spPr bwMode="auto">
          <a:xfrm rot="0" flipH="0" flipV="0">
            <a:off x="2235198" y="22097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{name}</a:t>
            </a:r>
            <a:endParaRPr sz="1600" b="1">
              <a:solidFill>
                <a:schemeClr val="tx2"/>
              </a:solidFill>
            </a:endParaRPr>
          </a:p>
        </p:txBody>
      </p:sp>
      <p:sp>
        <p:nvSpPr>
          <p:cNvPr id="708493840" name="beta"/>
          <p:cNvSpPr txBox="1"/>
          <p:nvPr/>
        </p:nvSpPr>
        <p:spPr bwMode="auto">
          <a:xfrm rot="0" flipH="0" flipV="0">
            <a:off x="2235198" y="5460998"/>
            <a:ext cx="2438400" cy="406396"/>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l">
              <a:defRPr/>
            </a:pPr>
            <a:r>
              <a:rPr lang="it-IT" sz="1600" b="1">
                <a:solidFill>
                  <a:schemeClr val="tx2"/>
                </a:solidFill>
              </a:rPr>
              <a:t>{share_beta}</a:t>
            </a:r>
            <a:endParaRPr sz="1600" b="1">
              <a:solidFill>
                <a:schemeClr val="tx2"/>
              </a:solidFill>
            </a:endParaRPr>
          </a:p>
        </p:txBody>
      </p:sp>
      <p:sp>
        <p:nvSpPr>
          <p:cNvPr id="203914284" name="Title 1"/>
          <p:cNvSpPr>
            <a:spLocks noGrp="1"/>
          </p:cNvSpPr>
          <p:nvPr>
            <p:ph type="title"/>
          </p:nvPr>
        </p:nvSpPr>
        <p:spPr bwMode="auto"/>
        <p:txBody>
          <a:bodyPr/>
          <a:lstStyle/>
          <a:p>
            <a:pPr>
              <a:defRPr/>
            </a:pPr>
            <a:r>
              <a:rPr lang="it-IT" sz="2400" b="1" i="0" u="none" strike="noStrike" cap="none" spc="0">
                <a:solidFill>
                  <a:schemeClr val="accent2"/>
                </a:solidFill>
                <a:latin typeface="+mj-lt"/>
                <a:ea typeface="+mj-ea"/>
                <a:cs typeface="+mj-cs"/>
              </a:rPr>
              <a:t>{company_name}</a:t>
            </a:r>
            <a:r>
              <a:rPr lang="it-IT" sz="2400" b="1" i="0" u="none" strike="noStrike" cap="none" spc="0">
                <a:solidFill>
                  <a:schemeClr val="tx2"/>
                </a:solidFill>
                <a:latin typeface="+mj-lt"/>
                <a:ea typeface="+mj-ea"/>
                <a:cs typeface="+mj-cs"/>
              </a:rPr>
              <a:t> | </a:t>
            </a:r>
            <a:r>
              <a:rPr lang="it-IT"/>
              <a:t>Company overview</a:t>
            </a:r>
            <a:endParaRPr/>
          </a:p>
        </p:txBody>
      </p:sp>
      <p:sp>
        <p:nvSpPr>
          <p:cNvPr id="1748728472"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074688121" name="Slide Number Placeholder 5"/>
          <p:cNvSpPr>
            <a:spLocks noGrp="1"/>
          </p:cNvSpPr>
          <p:nvPr>
            <p:ph type="sldNum" sz="quarter" idx="4"/>
          </p:nvPr>
        </p:nvSpPr>
        <p:spPr bwMode="auto">
          <a:prstGeom prst="rect">
            <a:avLst/>
          </a:prstGeom>
        </p:spPr>
        <p:txBody>
          <a:bodyPr/>
          <a:lstStyle/>
          <a:p>
            <a:pPr>
              <a:defRPr/>
            </a:pPr>
            <a:fld id="{A170F022-B519-FB71-528A-C27255DF51EF}" type="slidenum">
              <a:rPr lang="en-US"/>
              <a:t>&lt;#&gt;</a:t>
            </a:fld>
            <a:endParaRPr lang="en-US"/>
          </a:p>
        </p:txBody>
      </p:sp>
      <p:cxnSp>
        <p:nvCxnSpPr>
          <p:cNvPr id="1615027021" name=""/>
          <p:cNvCxnSpPr/>
          <p:nvPr/>
        </p:nvCxnSpPr>
        <p:spPr bwMode="auto">
          <a:xfrm flipH="0" flipV="0">
            <a:off x="4876799" y="1803399"/>
            <a:ext cx="69087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85912436" name=""/>
          <p:cNvCxnSpPr/>
          <p:nvPr/>
        </p:nvCxnSpPr>
        <p:spPr bwMode="auto">
          <a:xfrm flipH="0" flipV="0">
            <a:off x="406398" y="1803074"/>
            <a:ext cx="4267200" cy="319"/>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65303851" name=""/>
          <p:cNvSpPr txBox="1"/>
          <p:nvPr/>
        </p:nvSpPr>
        <p:spPr bwMode="auto">
          <a:xfrm rot="0" flipH="0" flipV="0">
            <a:off x="4876799" y="1396999"/>
            <a:ext cx="6908799"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Description</a:t>
            </a:r>
            <a:endParaRPr b="1">
              <a:solidFill>
                <a:schemeClr val="tx2"/>
              </a:solidFill>
            </a:endParaRPr>
          </a:p>
        </p:txBody>
      </p:sp>
      <p:sp>
        <p:nvSpPr>
          <p:cNvPr id="219660096" name=""/>
          <p:cNvSpPr txBox="1"/>
          <p:nvPr/>
        </p:nvSpPr>
        <p:spPr bwMode="auto">
          <a:xfrm rot="0" flipH="0" flipV="0">
            <a:off x="406398" y="1396998"/>
            <a:ext cx="4267200"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Key data</a:t>
            </a:r>
            <a:endParaRPr b="1">
              <a:solidFill>
                <a:schemeClr val="tx2"/>
              </a:solidFill>
            </a:endParaRPr>
          </a:p>
        </p:txBody>
      </p:sp>
      <p:sp>
        <p:nvSpPr>
          <p:cNvPr id="457322139" name="description"/>
          <p:cNvSpPr txBox="1"/>
          <p:nvPr/>
        </p:nvSpPr>
        <p:spPr bwMode="auto">
          <a:xfrm rot="0" flipH="0" flipV="0">
            <a:off x="4876799" y="2006599"/>
            <a:ext cx="6908798" cy="1828800"/>
          </a:xfrm>
          <a:prstGeom prst="rect">
            <a:avLst/>
          </a:prstGeom>
          <a:noFill/>
        </p:spPr>
        <p:txBody>
          <a:bodyPr vertOverflow="overflow" horzOverflow="overflow" vert="horz" wrap="square" lIns="91440" tIns="45720" rIns="91440" bIns="45720" numCol="1" spcCol="0" rtlCol="0" fromWordArt="0" anchor="t" anchorCtr="0" forceAA="0" upright="0" compatLnSpc="0">
            <a:noAutofit/>
          </a:bodyPr>
          <a:p>
            <a:pPr algn="just">
              <a:defRPr/>
            </a:pPr>
            <a:r>
              <a:rPr lang="en-US"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 Fusce condimentum quam ante, eu pellentesque eros finibus et. Cras ultricies fringilla tincidunt. </a:t>
            </a:r>
            <a:endParaRPr sz="1600">
              <a:solidFill>
                <a:schemeClr val="tx2"/>
              </a:solidFill>
            </a:endParaRPr>
          </a:p>
        </p:txBody>
      </p:sp>
      <p:cxnSp>
        <p:nvCxnSpPr>
          <p:cNvPr id="1153571361" name=""/>
          <p:cNvCxnSpPr/>
          <p:nvPr/>
        </p:nvCxnSpPr>
        <p:spPr bwMode="auto">
          <a:xfrm flipH="0" flipV="0">
            <a:off x="48767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88992561" name="ltm_revenue"/>
          <p:cNvSpPr txBox="1"/>
          <p:nvPr/>
        </p:nvSpPr>
        <p:spPr bwMode="auto">
          <a:xfrm rot="0" flipH="0" flipV="0">
            <a:off x="4876799" y="4648199"/>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XX.XB</a:t>
            </a:r>
            <a:endParaRPr sz="2400" b="1">
              <a:solidFill>
                <a:schemeClr val="accent2"/>
              </a:solidFill>
            </a:endParaRPr>
          </a:p>
        </p:txBody>
      </p:sp>
      <p:sp>
        <p:nvSpPr>
          <p:cNvPr id="1156163447" name=""/>
          <p:cNvSpPr/>
          <p:nvPr/>
        </p:nvSpPr>
        <p:spPr bwMode="auto">
          <a:xfrm rot="0" flipH="0" flipV="0">
            <a:off x="406399" y="2006599"/>
            <a:ext cx="1625598" cy="4063999"/>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1928546825" name=""/>
          <p:cNvCxnSpPr/>
          <p:nvPr/>
        </p:nvCxnSpPr>
        <p:spPr bwMode="auto">
          <a:xfrm flipH="0" flipV="0">
            <a:off x="2235197" y="3429000"/>
            <a:ext cx="2201333" cy="291"/>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66633423" name=""/>
          <p:cNvCxnSpPr/>
          <p:nvPr/>
        </p:nvCxnSpPr>
        <p:spPr bwMode="auto">
          <a:xfrm flipH="0" flipV="0">
            <a:off x="2235197" y="3835397"/>
            <a:ext cx="2201333" cy="291"/>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89821560" name=""/>
          <p:cNvCxnSpPr/>
          <p:nvPr/>
        </p:nvCxnSpPr>
        <p:spPr bwMode="auto">
          <a:xfrm flipH="0" flipV="0">
            <a:off x="2235197" y="4241799"/>
            <a:ext cx="2201333" cy="291"/>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64597063" name=""/>
          <p:cNvCxnSpPr/>
          <p:nvPr/>
        </p:nvCxnSpPr>
        <p:spPr bwMode="auto">
          <a:xfrm flipH="0" flipV="0">
            <a:off x="2235197" y="4648197"/>
            <a:ext cx="2201333" cy="291"/>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27283516" name=""/>
          <p:cNvCxnSpPr/>
          <p:nvPr/>
        </p:nvCxnSpPr>
        <p:spPr bwMode="auto">
          <a:xfrm flipH="0" flipV="0">
            <a:off x="2235197" y="5054599"/>
            <a:ext cx="2201333" cy="291"/>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00259562" name=""/>
          <p:cNvCxnSpPr/>
          <p:nvPr/>
        </p:nvCxnSpPr>
        <p:spPr bwMode="auto">
          <a:xfrm flipH="0" flipV="0">
            <a:off x="2235197" y="3022598"/>
            <a:ext cx="2201333"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722590361" name=""/>
          <p:cNvCxnSpPr/>
          <p:nvPr/>
        </p:nvCxnSpPr>
        <p:spPr bwMode="auto">
          <a:xfrm flipH="0" flipV="0">
            <a:off x="2235197" y="2616198"/>
            <a:ext cx="2201333"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75556874" name=""/>
          <p:cNvCxnSpPr/>
          <p:nvPr/>
        </p:nvCxnSpPr>
        <p:spPr bwMode="auto">
          <a:xfrm rot="0" flipH="0" flipV="0">
            <a:off x="609598" y="3022958"/>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2248973" name=""/>
          <p:cNvSpPr txBox="1"/>
          <p:nvPr/>
        </p:nvSpPr>
        <p:spPr bwMode="auto">
          <a:xfrm rot="0" flipH="0" flipV="0">
            <a:off x="406398" y="261619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Symbol</a:t>
            </a:r>
            <a:endParaRPr sz="1400" b="1">
              <a:solidFill>
                <a:schemeClr val="bg2"/>
              </a:solidFill>
            </a:endParaRPr>
          </a:p>
        </p:txBody>
      </p:sp>
      <p:sp>
        <p:nvSpPr>
          <p:cNvPr id="691298402" name=""/>
          <p:cNvSpPr txBox="1"/>
          <p:nvPr/>
        </p:nvSpPr>
        <p:spPr bwMode="auto">
          <a:xfrm rot="0" flipH="0" flipV="0">
            <a:off x="406398" y="302259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Sector</a:t>
            </a:r>
            <a:endParaRPr sz="1400" b="1">
              <a:solidFill>
                <a:schemeClr val="bg2"/>
              </a:solidFill>
            </a:endParaRPr>
          </a:p>
        </p:txBody>
      </p:sp>
      <p:sp>
        <p:nvSpPr>
          <p:cNvPr id="1836217334" name=""/>
          <p:cNvSpPr txBox="1"/>
          <p:nvPr/>
        </p:nvSpPr>
        <p:spPr bwMode="auto">
          <a:xfrm rot="0" flipH="0" flipV="0">
            <a:off x="406398" y="383539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Market cap</a:t>
            </a:r>
            <a:endParaRPr sz="1400" b="1">
              <a:solidFill>
                <a:schemeClr val="bg2"/>
              </a:solidFill>
            </a:endParaRPr>
          </a:p>
        </p:txBody>
      </p:sp>
      <p:sp>
        <p:nvSpPr>
          <p:cNvPr id="1704239241" name=""/>
          <p:cNvSpPr txBox="1"/>
          <p:nvPr/>
        </p:nvSpPr>
        <p:spPr bwMode="auto">
          <a:xfrm rot="0" flipH="0" flipV="0">
            <a:off x="406397" y="4648197"/>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Share earnings</a:t>
            </a:r>
            <a:endParaRPr sz="1400" b="1">
              <a:solidFill>
                <a:schemeClr val="bg2"/>
              </a:solidFill>
            </a:endParaRPr>
          </a:p>
        </p:txBody>
      </p:sp>
      <p:sp>
        <p:nvSpPr>
          <p:cNvPr id="33485276" name=""/>
          <p:cNvSpPr txBox="1"/>
          <p:nvPr/>
        </p:nvSpPr>
        <p:spPr bwMode="auto">
          <a:xfrm rot="0" flipH="0" flipV="0">
            <a:off x="406397" y="4241840"/>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Share price</a:t>
            </a:r>
            <a:endParaRPr sz="1400" b="1">
              <a:solidFill>
                <a:schemeClr val="bg2"/>
              </a:solidFill>
            </a:endParaRPr>
          </a:p>
        </p:txBody>
      </p:sp>
      <p:sp>
        <p:nvSpPr>
          <p:cNvPr id="1992646365" name=""/>
          <p:cNvSpPr txBox="1"/>
          <p:nvPr/>
        </p:nvSpPr>
        <p:spPr bwMode="auto">
          <a:xfrm rot="0" flipH="0" flipV="0">
            <a:off x="406398" y="5054596"/>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Analyst rating</a:t>
            </a:r>
            <a:endParaRPr sz="1400" b="1">
              <a:solidFill>
                <a:schemeClr val="bg2"/>
              </a:solidFill>
            </a:endParaRPr>
          </a:p>
        </p:txBody>
      </p:sp>
      <p:sp>
        <p:nvSpPr>
          <p:cNvPr id="1085428826" name=""/>
          <p:cNvSpPr txBox="1"/>
          <p:nvPr/>
        </p:nvSpPr>
        <p:spPr bwMode="auto">
          <a:xfrm rot="0" flipH="0" flipV="0">
            <a:off x="406398" y="3429038"/>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Industry</a:t>
            </a:r>
            <a:endParaRPr sz="1400" b="1">
              <a:solidFill>
                <a:schemeClr val="bg2"/>
              </a:solidFill>
            </a:endParaRPr>
          </a:p>
        </p:txBody>
      </p:sp>
      <p:cxnSp>
        <p:nvCxnSpPr>
          <p:cNvPr id="1561485633" name=""/>
          <p:cNvCxnSpPr/>
          <p:nvPr/>
        </p:nvCxnSpPr>
        <p:spPr bwMode="auto">
          <a:xfrm rot="0" flipH="0" flipV="0">
            <a:off x="609598" y="34292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42926772" name=""/>
          <p:cNvCxnSpPr/>
          <p:nvPr/>
        </p:nvCxnSpPr>
        <p:spPr bwMode="auto">
          <a:xfrm rot="0" flipH="0" flipV="0">
            <a:off x="609598" y="3835692"/>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24465147" name=""/>
          <p:cNvCxnSpPr/>
          <p:nvPr/>
        </p:nvCxnSpPr>
        <p:spPr bwMode="auto">
          <a:xfrm rot="0" flipH="0" flipV="0">
            <a:off x="609598" y="42420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04486673" name=""/>
          <p:cNvCxnSpPr/>
          <p:nvPr/>
        </p:nvCxnSpPr>
        <p:spPr bwMode="auto">
          <a:xfrm rot="0" flipH="0" flipV="0">
            <a:off x="609598" y="46484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34977877" name=""/>
          <p:cNvCxnSpPr/>
          <p:nvPr/>
        </p:nvCxnSpPr>
        <p:spPr bwMode="auto">
          <a:xfrm rot="0" flipH="0" flipV="0">
            <a:off x="609598" y="5054893"/>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576310425" name=""/>
          <p:cNvCxnSpPr/>
          <p:nvPr/>
        </p:nvCxnSpPr>
        <p:spPr bwMode="auto">
          <a:xfrm rot="0" flipH="0" flipV="0">
            <a:off x="609598" y="2616557"/>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57135517" name=""/>
          <p:cNvSpPr txBox="1"/>
          <p:nvPr/>
        </p:nvSpPr>
        <p:spPr bwMode="auto">
          <a:xfrm rot="0" flipH="0" flipV="0">
            <a:off x="406398" y="2209798"/>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Name</a:t>
            </a:r>
            <a:endParaRPr sz="1400" b="1">
              <a:solidFill>
                <a:schemeClr val="bg2"/>
              </a:solidFill>
            </a:endParaRPr>
          </a:p>
        </p:txBody>
      </p:sp>
      <p:sp>
        <p:nvSpPr>
          <p:cNvPr id="2052560678" name=""/>
          <p:cNvSpPr/>
          <p:nvPr/>
        </p:nvSpPr>
        <p:spPr bwMode="auto">
          <a:xfrm rot="0" flipH="0" flipV="0">
            <a:off x="2031998" y="2006598"/>
            <a:ext cx="2641601" cy="4063998"/>
          </a:xfrm>
          <a:prstGeom prst="rect">
            <a:avLst/>
          </a:prstGeom>
          <a:noFill/>
          <a:ln w="1905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447877121" name=""/>
          <p:cNvSpPr txBox="1"/>
          <p:nvPr/>
        </p:nvSpPr>
        <p:spPr bwMode="auto">
          <a:xfrm rot="0" flipH="0" flipV="0">
            <a:off x="48767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LTM Revenue</a:t>
            </a:r>
            <a:endParaRPr sz="1400" b="1">
              <a:solidFill>
                <a:schemeClr val="tx2"/>
              </a:solidFill>
            </a:endParaRPr>
          </a:p>
        </p:txBody>
      </p:sp>
      <p:cxnSp>
        <p:nvCxnSpPr>
          <p:cNvPr id="1343916844" name=""/>
          <p:cNvCxnSpPr/>
          <p:nvPr/>
        </p:nvCxnSpPr>
        <p:spPr bwMode="auto">
          <a:xfrm flipH="0" flipV="0">
            <a:off x="67055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32403973" name="revenue_growth"/>
          <p:cNvSpPr txBox="1"/>
          <p:nvPr/>
        </p:nvSpPr>
        <p:spPr bwMode="auto">
          <a:xfrm rot="0" flipH="0" flipV="0">
            <a:off x="6705599" y="4648199"/>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a:t>
            </a:r>
            <a:endParaRPr sz="2400" b="1">
              <a:solidFill>
                <a:schemeClr val="accent2"/>
              </a:solidFill>
            </a:endParaRPr>
          </a:p>
        </p:txBody>
      </p:sp>
      <p:sp>
        <p:nvSpPr>
          <p:cNvPr id="1706604966" name=""/>
          <p:cNvSpPr txBox="1"/>
          <p:nvPr/>
        </p:nvSpPr>
        <p:spPr bwMode="auto">
          <a:xfrm rot="0" flipH="0" flipV="0">
            <a:off x="67055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Revenue growth</a:t>
            </a:r>
            <a:endParaRPr sz="1400" b="1">
              <a:solidFill>
                <a:schemeClr val="tx2"/>
              </a:solidFill>
            </a:endParaRPr>
          </a:p>
        </p:txBody>
      </p:sp>
      <p:cxnSp>
        <p:nvCxnSpPr>
          <p:cNvPr id="1473148575" name=""/>
          <p:cNvCxnSpPr/>
          <p:nvPr/>
        </p:nvCxnSpPr>
        <p:spPr bwMode="auto">
          <a:xfrm flipH="0" flipV="0">
            <a:off x="85343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07556632" name="ltm_ebitda"/>
          <p:cNvSpPr txBox="1"/>
          <p:nvPr/>
        </p:nvSpPr>
        <p:spPr bwMode="auto">
          <a:xfrm rot="0" flipH="0" flipV="0">
            <a:off x="8534399" y="4648199"/>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XX.XB</a:t>
            </a:r>
            <a:endParaRPr sz="2400" b="1">
              <a:solidFill>
                <a:schemeClr val="accent2"/>
              </a:solidFill>
            </a:endParaRPr>
          </a:p>
        </p:txBody>
      </p:sp>
      <p:sp>
        <p:nvSpPr>
          <p:cNvPr id="1406546257" name=""/>
          <p:cNvSpPr txBox="1"/>
          <p:nvPr/>
        </p:nvSpPr>
        <p:spPr bwMode="auto">
          <a:xfrm rot="0" flipH="0" flipV="0">
            <a:off x="85343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LTM EBITDA</a:t>
            </a:r>
            <a:endParaRPr sz="1400" b="1">
              <a:solidFill>
                <a:schemeClr val="tx2"/>
              </a:solidFill>
            </a:endParaRPr>
          </a:p>
        </p:txBody>
      </p:sp>
      <p:cxnSp>
        <p:nvCxnSpPr>
          <p:cNvPr id="1643270927" name=""/>
          <p:cNvCxnSpPr/>
          <p:nvPr/>
        </p:nvCxnSpPr>
        <p:spPr bwMode="auto">
          <a:xfrm flipH="0" flipV="0">
            <a:off x="10363198" y="5257800"/>
            <a:ext cx="14223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96340409" name="ebitda_margin"/>
          <p:cNvSpPr txBox="1"/>
          <p:nvPr/>
        </p:nvSpPr>
        <p:spPr bwMode="auto">
          <a:xfrm rot="0" flipH="0" flipV="0">
            <a:off x="10363199" y="4648199"/>
            <a:ext cx="1422399" cy="6095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2400" b="1">
                <a:solidFill>
                  <a:schemeClr val="accent2"/>
                </a:solidFill>
              </a:rPr>
              <a:t>XX.X%</a:t>
            </a:r>
            <a:endParaRPr sz="2400" b="1">
              <a:solidFill>
                <a:schemeClr val="accent2"/>
              </a:solidFill>
            </a:endParaRPr>
          </a:p>
        </p:txBody>
      </p:sp>
      <p:sp>
        <p:nvSpPr>
          <p:cNvPr id="321531210" name=""/>
          <p:cNvSpPr txBox="1"/>
          <p:nvPr/>
        </p:nvSpPr>
        <p:spPr bwMode="auto">
          <a:xfrm rot="0" flipH="0" flipV="0">
            <a:off x="10363198" y="5257800"/>
            <a:ext cx="1422399" cy="6095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EBITDA margin</a:t>
            </a:r>
            <a:endParaRPr sz="1400" b="1">
              <a:solidFill>
                <a:schemeClr val="tx2"/>
              </a:solidFill>
            </a:endParaRPr>
          </a:p>
        </p:txBody>
      </p:sp>
      <p:sp>
        <p:nvSpPr>
          <p:cNvPr id="1141173304" name=""/>
          <p:cNvSpPr txBox="1"/>
          <p:nvPr/>
        </p:nvSpPr>
        <p:spPr bwMode="auto">
          <a:xfrm rot="0" flipH="0" flipV="0">
            <a:off x="4876798" y="4038598"/>
            <a:ext cx="6908799" cy="406398"/>
          </a:xfrm>
          <a:prstGeom prst="rect">
            <a:avLst/>
          </a:prstGeom>
          <a:solidFill>
            <a:schemeClr val="tx2"/>
          </a:solid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bg2"/>
                </a:solidFill>
              </a:rPr>
              <a:t>Latest financials</a:t>
            </a:r>
            <a:endParaRPr b="1">
              <a:solidFill>
                <a:schemeClr val="bg2"/>
              </a:solidFill>
            </a:endParaRPr>
          </a:p>
        </p:txBody>
      </p:sp>
      <p:sp>
        <p:nvSpPr>
          <p:cNvPr id="1448213396" name=""/>
          <p:cNvSpPr txBox="1"/>
          <p:nvPr/>
        </p:nvSpPr>
        <p:spPr bwMode="auto">
          <a:xfrm rot="0" flipH="0" flipV="0">
            <a:off x="406398" y="5460996"/>
            <a:ext cx="1422400" cy="406397"/>
          </a:xfrm>
          <a:prstGeom prst="rect">
            <a:avLst/>
          </a:prstGeom>
          <a:noFill/>
        </p:spPr>
        <p:txBody>
          <a:bodyPr vertOverflow="overflow" horzOverflow="overflow" vert="horz" wrap="square" lIns="45720" tIns="45720" rIns="45720" bIns="45720" numCol="1" spcCol="0" rtlCol="0" fromWordArt="0" anchor="ctr" anchorCtr="0" forceAA="0" upright="0" compatLnSpc="0">
            <a:noAutofit/>
          </a:bodyPr>
          <a:p>
            <a:pPr algn="r">
              <a:defRPr/>
            </a:pPr>
            <a:r>
              <a:rPr lang="it-IT" sz="1400" b="1">
                <a:solidFill>
                  <a:schemeClr val="bg2"/>
                </a:solidFill>
              </a:rPr>
              <a:t>Share beta</a:t>
            </a:r>
            <a:endParaRPr sz="1400" b="1">
              <a:solidFill>
                <a:schemeClr val="bg2"/>
              </a:solidFill>
            </a:endParaRPr>
          </a:p>
        </p:txBody>
      </p:sp>
      <p:cxnSp>
        <p:nvCxnSpPr>
          <p:cNvPr id="1099285135" name=""/>
          <p:cNvCxnSpPr/>
          <p:nvPr/>
        </p:nvCxnSpPr>
        <p:spPr bwMode="auto">
          <a:xfrm rot="0" flipH="0" flipV="0">
            <a:off x="609598" y="5460996"/>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41755993" name=""/>
          <p:cNvCxnSpPr/>
          <p:nvPr/>
        </p:nvCxnSpPr>
        <p:spPr bwMode="auto">
          <a:xfrm rot="0" flipH="0" flipV="0">
            <a:off x="2235198" y="5460595"/>
            <a:ext cx="2201334" cy="398"/>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4336786" name=""/>
          <p:cNvSpPr/>
          <p:nvPr/>
        </p:nvSpPr>
        <p:spPr bwMode="auto">
          <a:xfrm rot="0" flipH="0" flipV="0">
            <a:off x="10159998" y="2006599"/>
            <a:ext cx="1625598" cy="4063999"/>
          </a:xfrm>
          <a:prstGeom prst="rect">
            <a:avLst/>
          </a:prstGeom>
          <a:noFill/>
          <a:ln w="1905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135031112"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t>| Historical trading price</a:t>
            </a:r>
            <a:endParaRPr/>
          </a:p>
        </p:txBody>
      </p:sp>
      <p:sp>
        <p:nvSpPr>
          <p:cNvPr id="1624458533"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a:t>
            </a:r>
            <a:endParaRPr lang="it-IT"/>
          </a:p>
        </p:txBody>
      </p:sp>
      <p:sp>
        <p:nvSpPr>
          <p:cNvPr id="752093369" name="Slide Number Placeholder 5"/>
          <p:cNvSpPr>
            <a:spLocks noGrp="1"/>
          </p:cNvSpPr>
          <p:nvPr>
            <p:ph type="sldNum" sz="quarter" idx="4"/>
          </p:nvPr>
        </p:nvSpPr>
        <p:spPr bwMode="auto">
          <a:prstGeom prst="rect">
            <a:avLst/>
          </a:prstGeom>
        </p:spPr>
        <p:txBody>
          <a:bodyPr/>
          <a:lstStyle/>
          <a:p>
            <a:pPr>
              <a:defRPr/>
            </a:pPr>
            <a:fld id="{60174F69-8CA3-599D-BB30-EC0F6EAAB2E2}" type="slidenum">
              <a:rPr lang="en-US"/>
              <a:t>2</a:t>
            </a:fld>
            <a:endParaRPr lang="en-US"/>
          </a:p>
        </p:txBody>
      </p:sp>
      <p:cxnSp>
        <p:nvCxnSpPr>
          <p:cNvPr id="1983718754" name=""/>
          <p:cNvCxnSpPr/>
          <p:nvPr/>
        </p:nvCxnSpPr>
        <p:spPr bwMode="auto">
          <a:xfrm flipH="0" flipV="0">
            <a:off x="406399" y="1803399"/>
            <a:ext cx="77215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449708119" name=""/>
          <p:cNvCxnSpPr/>
          <p:nvPr/>
        </p:nvCxnSpPr>
        <p:spPr bwMode="auto">
          <a:xfrm flipH="0" flipV="0">
            <a:off x="8534399" y="1803077"/>
            <a:ext cx="3251197" cy="321"/>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89736505" name=""/>
          <p:cNvSpPr txBox="1"/>
          <p:nvPr/>
        </p:nvSpPr>
        <p:spPr bwMode="auto">
          <a:xfrm rot="0" flipH="0" flipV="0">
            <a:off x="406399" y="1396999"/>
            <a:ext cx="7721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Last 6 months trading price</a:t>
            </a:r>
            <a:endParaRPr b="1">
              <a:solidFill>
                <a:schemeClr val="tx2"/>
              </a:solidFill>
            </a:endParaRPr>
          </a:p>
        </p:txBody>
      </p:sp>
      <p:sp>
        <p:nvSpPr>
          <p:cNvPr id="567371033" name=""/>
          <p:cNvSpPr txBox="1"/>
          <p:nvPr/>
        </p:nvSpPr>
        <p:spPr bwMode="auto">
          <a:xfrm rot="0" flipH="0" flipV="0">
            <a:off x="8534399" y="1396999"/>
            <a:ext cx="3251197"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Price statistics</a:t>
            </a:r>
            <a:endParaRPr b="1">
              <a:solidFill>
                <a:schemeClr val="tx2"/>
              </a:solidFill>
            </a:endParaRPr>
          </a:p>
        </p:txBody>
      </p:sp>
      <p:sp>
        <p:nvSpPr>
          <p:cNvPr id="2017720773" name=""/>
          <p:cNvSpPr/>
          <p:nvPr/>
        </p:nvSpPr>
        <p:spPr bwMode="auto">
          <a:xfrm rot="0" flipH="0" flipV="0">
            <a:off x="8534398" y="2006599"/>
            <a:ext cx="1625598" cy="4063999"/>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364114105" name=""/>
          <p:cNvCxnSpPr/>
          <p:nvPr/>
        </p:nvCxnSpPr>
        <p:spPr bwMode="auto">
          <a:xfrm flipH="0" flipV="0">
            <a:off x="10363196" y="4038306"/>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5933700" name=""/>
          <p:cNvCxnSpPr/>
          <p:nvPr/>
        </p:nvCxnSpPr>
        <p:spPr bwMode="auto">
          <a:xfrm flipH="0" flipV="0">
            <a:off x="10363196" y="4444704"/>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70949983" name=""/>
          <p:cNvCxnSpPr/>
          <p:nvPr/>
        </p:nvCxnSpPr>
        <p:spPr bwMode="auto">
          <a:xfrm flipH="0" flipV="0">
            <a:off x="10363196" y="4851105"/>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87089454" name=""/>
          <p:cNvCxnSpPr/>
          <p:nvPr/>
        </p:nvCxnSpPr>
        <p:spPr bwMode="auto">
          <a:xfrm flipH="0" flipV="0">
            <a:off x="10363196" y="5257505"/>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59118953" name=""/>
          <p:cNvCxnSpPr/>
          <p:nvPr/>
        </p:nvCxnSpPr>
        <p:spPr bwMode="auto">
          <a:xfrm flipH="0" flipV="0">
            <a:off x="10363196" y="5663907"/>
            <a:ext cx="1219198" cy="293"/>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01804328" name="mean_price"/>
          <p:cNvSpPr txBox="1"/>
          <p:nvPr/>
        </p:nvSpPr>
        <p:spPr bwMode="auto">
          <a:xfrm rot="0" flipH="0" flipV="0">
            <a:off x="10363198" y="30226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2"/>
                </a:solidFill>
              </a:rPr>
              <a:t>XXX</a:t>
            </a:r>
            <a:endParaRPr sz="1600" b="1">
              <a:solidFill>
                <a:schemeClr val="accent2"/>
              </a:solidFill>
            </a:endParaRPr>
          </a:p>
        </p:txBody>
      </p:sp>
      <p:sp>
        <p:nvSpPr>
          <p:cNvPr id="1113173244" name="max_price"/>
          <p:cNvSpPr txBox="1"/>
          <p:nvPr/>
        </p:nvSpPr>
        <p:spPr bwMode="auto">
          <a:xfrm rot="0" flipH="0" flipV="0">
            <a:off x="10363198" y="3631905"/>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422680264" name="50p_price"/>
          <p:cNvSpPr txBox="1"/>
          <p:nvPr/>
        </p:nvSpPr>
        <p:spPr bwMode="auto">
          <a:xfrm rot="0" flipH="0" flipV="0">
            <a:off x="10363198" y="4444704"/>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XXX</a:t>
            </a:r>
            <a:endParaRPr sz="1400" b="1">
              <a:solidFill>
                <a:schemeClr val="tx2"/>
              </a:solidFill>
            </a:endParaRPr>
          </a:p>
        </p:txBody>
      </p:sp>
      <p:sp>
        <p:nvSpPr>
          <p:cNvPr id="2103712519" name="25p_price"/>
          <p:cNvSpPr txBox="1"/>
          <p:nvPr/>
        </p:nvSpPr>
        <p:spPr bwMode="auto">
          <a:xfrm rot="0" flipH="0" flipV="0">
            <a:off x="10363198" y="4851103"/>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1387102660" name="min_price"/>
          <p:cNvSpPr txBox="1"/>
          <p:nvPr/>
        </p:nvSpPr>
        <p:spPr bwMode="auto">
          <a:xfrm rot="0" flipH="0" flipV="0">
            <a:off x="10363198" y="5257503"/>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sp>
        <p:nvSpPr>
          <p:cNvPr id="226626208" name="std_price"/>
          <p:cNvSpPr txBox="1"/>
          <p:nvPr/>
        </p:nvSpPr>
        <p:spPr bwMode="auto">
          <a:xfrm rot="0" flipH="0" flipV="0">
            <a:off x="10363198" y="5664200"/>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1532409047" name="75p_price"/>
          <p:cNvSpPr txBox="1"/>
          <p:nvPr/>
        </p:nvSpPr>
        <p:spPr bwMode="auto">
          <a:xfrm rot="0" flipH="0" flipV="0">
            <a:off x="10363198" y="4038303"/>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a:t>
            </a:r>
            <a:endParaRPr sz="1400" b="0">
              <a:solidFill>
                <a:schemeClr val="tx2"/>
              </a:solidFill>
            </a:endParaRPr>
          </a:p>
        </p:txBody>
      </p:sp>
      <p:cxnSp>
        <p:nvCxnSpPr>
          <p:cNvPr id="300127118" name=""/>
          <p:cNvCxnSpPr/>
          <p:nvPr/>
        </p:nvCxnSpPr>
        <p:spPr bwMode="auto">
          <a:xfrm flipH="0" flipV="0">
            <a:off x="10363196" y="3631839"/>
            <a:ext cx="1219198" cy="36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846535500" name=""/>
          <p:cNvCxnSpPr/>
          <p:nvPr/>
        </p:nvCxnSpPr>
        <p:spPr bwMode="auto">
          <a:xfrm flipH="0" flipV="0">
            <a:off x="10363196" y="2616199"/>
            <a:ext cx="1219198"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18771442" name="current_price"/>
          <p:cNvSpPr txBox="1"/>
          <p:nvPr/>
        </p:nvSpPr>
        <p:spPr bwMode="auto">
          <a:xfrm rot="0" flipH="0" flipV="0">
            <a:off x="10363198" y="2209799"/>
            <a:ext cx="12191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tx2"/>
                </a:solidFill>
              </a:rPr>
              <a:t>XXX</a:t>
            </a:r>
            <a:endParaRPr sz="1600" b="1">
              <a:solidFill>
                <a:schemeClr val="tx2"/>
              </a:solidFill>
            </a:endParaRPr>
          </a:p>
        </p:txBody>
      </p:sp>
      <p:cxnSp>
        <p:nvCxnSpPr>
          <p:cNvPr id="2051717198" name=""/>
          <p:cNvCxnSpPr/>
          <p:nvPr/>
        </p:nvCxnSpPr>
        <p:spPr bwMode="auto">
          <a:xfrm rot="0" flipH="0" flipV="0">
            <a:off x="8737596" y="3632018"/>
            <a:ext cx="1161142" cy="0"/>
          </a:xfrm>
          <a:prstGeom prst="line">
            <a:avLst/>
          </a:prstGeom>
          <a:ln w="1270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5042347" name=""/>
          <p:cNvSpPr txBox="1"/>
          <p:nvPr/>
        </p:nvSpPr>
        <p:spPr bwMode="auto">
          <a:xfrm rot="0" flipH="0" flipV="0">
            <a:off x="8534397" y="30225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Mean</a:t>
            </a:r>
            <a:endParaRPr sz="1400" b="1">
              <a:solidFill>
                <a:schemeClr val="bg2"/>
              </a:solidFill>
            </a:endParaRPr>
          </a:p>
        </p:txBody>
      </p:sp>
      <p:sp>
        <p:nvSpPr>
          <p:cNvPr id="694949573" name=""/>
          <p:cNvSpPr txBox="1"/>
          <p:nvPr/>
        </p:nvSpPr>
        <p:spPr bwMode="auto">
          <a:xfrm rot="0" flipH="0" flipV="0">
            <a:off x="8534397" y="3631905"/>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Max</a:t>
            </a:r>
            <a:endParaRPr sz="1400" b="1">
              <a:solidFill>
                <a:schemeClr val="bg2"/>
              </a:solidFill>
            </a:endParaRPr>
          </a:p>
        </p:txBody>
      </p:sp>
      <p:sp>
        <p:nvSpPr>
          <p:cNvPr id="975914889" name=""/>
          <p:cNvSpPr txBox="1"/>
          <p:nvPr/>
        </p:nvSpPr>
        <p:spPr bwMode="auto">
          <a:xfrm rot="0" flipH="0" flipV="0">
            <a:off x="8534397" y="44447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50th</a:t>
            </a:r>
            <a:endParaRPr sz="1400" b="1">
              <a:solidFill>
                <a:schemeClr val="bg2"/>
              </a:solidFill>
            </a:endParaRPr>
          </a:p>
        </p:txBody>
      </p:sp>
      <p:sp>
        <p:nvSpPr>
          <p:cNvPr id="1031496555" name=""/>
          <p:cNvSpPr txBox="1"/>
          <p:nvPr/>
        </p:nvSpPr>
        <p:spPr bwMode="auto">
          <a:xfrm rot="0" flipH="0" flipV="0">
            <a:off x="8534397" y="4851104"/>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25th</a:t>
            </a:r>
            <a:endParaRPr sz="1400" b="1">
              <a:solidFill>
                <a:schemeClr val="bg2"/>
              </a:solidFill>
            </a:endParaRPr>
          </a:p>
        </p:txBody>
      </p:sp>
      <p:sp>
        <p:nvSpPr>
          <p:cNvPr id="1184547555" name=""/>
          <p:cNvSpPr txBox="1"/>
          <p:nvPr/>
        </p:nvSpPr>
        <p:spPr bwMode="auto">
          <a:xfrm rot="0" flipH="0" flipV="0">
            <a:off x="8534397" y="5257548"/>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Min</a:t>
            </a:r>
            <a:endParaRPr sz="1400" b="1">
              <a:solidFill>
                <a:schemeClr val="bg2"/>
              </a:solidFill>
            </a:endParaRPr>
          </a:p>
        </p:txBody>
      </p:sp>
      <p:sp>
        <p:nvSpPr>
          <p:cNvPr id="1254791309" name=""/>
          <p:cNvSpPr txBox="1"/>
          <p:nvPr/>
        </p:nvSpPr>
        <p:spPr bwMode="auto">
          <a:xfrm rot="0" flipH="0" flipV="0">
            <a:off x="8534397" y="5664200"/>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Std Dev</a:t>
            </a:r>
            <a:endParaRPr sz="1400" b="1">
              <a:solidFill>
                <a:schemeClr val="bg2"/>
              </a:solidFill>
            </a:endParaRPr>
          </a:p>
        </p:txBody>
      </p:sp>
      <p:sp>
        <p:nvSpPr>
          <p:cNvPr id="842261242" name=""/>
          <p:cNvSpPr txBox="1"/>
          <p:nvPr/>
        </p:nvSpPr>
        <p:spPr bwMode="auto">
          <a:xfrm rot="0" flipH="0" flipV="0">
            <a:off x="8534397" y="4038346"/>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75th</a:t>
            </a:r>
            <a:endParaRPr sz="1400" b="1">
              <a:solidFill>
                <a:schemeClr val="bg2"/>
              </a:solidFill>
            </a:endParaRPr>
          </a:p>
        </p:txBody>
      </p:sp>
      <p:cxnSp>
        <p:nvCxnSpPr>
          <p:cNvPr id="1948762917" name=""/>
          <p:cNvCxnSpPr/>
          <p:nvPr/>
        </p:nvCxnSpPr>
        <p:spPr bwMode="auto">
          <a:xfrm rot="0" flipH="0" flipV="0">
            <a:off x="8737596" y="4038598"/>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65538732" name=""/>
          <p:cNvCxnSpPr/>
          <p:nvPr/>
        </p:nvCxnSpPr>
        <p:spPr bwMode="auto">
          <a:xfrm rot="0" flipH="0" flipV="0">
            <a:off x="8737596" y="4445001"/>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63946857" name=""/>
          <p:cNvCxnSpPr/>
          <p:nvPr/>
        </p:nvCxnSpPr>
        <p:spPr bwMode="auto">
          <a:xfrm rot="0" flipH="0" flipV="0">
            <a:off x="8737596" y="4851399"/>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557598736" name=""/>
          <p:cNvCxnSpPr/>
          <p:nvPr/>
        </p:nvCxnSpPr>
        <p:spPr bwMode="auto">
          <a:xfrm rot="0" flipH="0" flipV="0">
            <a:off x="8737596" y="5257800"/>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42379712" name=""/>
          <p:cNvCxnSpPr/>
          <p:nvPr/>
        </p:nvCxnSpPr>
        <p:spPr bwMode="auto">
          <a:xfrm rot="0" flipH="0" flipV="0">
            <a:off x="8737596" y="5664199"/>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431829165" name=""/>
          <p:cNvCxnSpPr/>
          <p:nvPr/>
        </p:nvCxnSpPr>
        <p:spPr bwMode="auto">
          <a:xfrm rot="0" flipH="0" flipV="0">
            <a:off x="8737596" y="2616379"/>
            <a:ext cx="1161142"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31667334" name=""/>
          <p:cNvSpPr txBox="1"/>
          <p:nvPr/>
        </p:nvSpPr>
        <p:spPr bwMode="auto">
          <a:xfrm rot="0" flipH="0" flipV="0">
            <a:off x="8534397" y="2209799"/>
            <a:ext cx="1625599" cy="406399"/>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Current</a:t>
            </a:r>
            <a:endParaRPr sz="1400" b="1">
              <a:solidFill>
                <a:schemeClr val="bg2"/>
              </a:solidFill>
            </a:endParaRPr>
          </a:p>
        </p:txBody>
      </p:sp>
      <p:cxnSp>
        <p:nvCxnSpPr>
          <p:cNvPr id="1605118650" name=""/>
          <p:cNvCxnSpPr/>
          <p:nvPr/>
        </p:nvCxnSpPr>
        <p:spPr bwMode="auto">
          <a:xfrm flipH="0" flipV="0">
            <a:off x="10363196" y="3022599"/>
            <a:ext cx="1219197" cy="36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2163692" name=""/>
          <p:cNvCxnSpPr/>
          <p:nvPr/>
        </p:nvCxnSpPr>
        <p:spPr bwMode="auto">
          <a:xfrm rot="0" flipH="0" flipV="0">
            <a:off x="8737596" y="3022779"/>
            <a:ext cx="1161141"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48254650" name="analyst_expectation"/>
          <p:cNvSpPr txBox="1"/>
          <p:nvPr/>
        </p:nvSpPr>
        <p:spPr bwMode="auto">
          <a:xfrm rot="0" flipH="0" flipV="0">
            <a:off x="10363198" y="2616200"/>
            <a:ext cx="12191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600" b="1">
                <a:solidFill>
                  <a:schemeClr val="accent6"/>
                </a:solidFill>
              </a:rPr>
              <a:t>XXX</a:t>
            </a:r>
            <a:endParaRPr sz="1600" b="1">
              <a:solidFill>
                <a:schemeClr val="accent6"/>
              </a:solidFill>
            </a:endParaRPr>
          </a:p>
        </p:txBody>
      </p:sp>
      <p:sp>
        <p:nvSpPr>
          <p:cNvPr id="1992112545" name=""/>
          <p:cNvSpPr txBox="1"/>
          <p:nvPr/>
        </p:nvSpPr>
        <p:spPr bwMode="auto">
          <a:xfrm rot="0" flipH="0" flipV="0">
            <a:off x="8534397" y="2616199"/>
            <a:ext cx="1625598"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Expectation</a:t>
            </a:r>
            <a:endParaRPr sz="1400" b="1">
              <a:solidFill>
                <a:schemeClr val="bg2"/>
              </a:solidFill>
            </a:endParaRPr>
          </a:p>
        </p:txBody>
      </p:sp>
      <p:pic>
        <p:nvPicPr>
          <p:cNvPr id="1664522516" name="price_chart" descr="image.png"/>
          <p:cNvPicPr>
            <a:picLocks noChangeAspect="1"/>
          </p:cNvPicPr>
          <p:nvPr/>
        </p:nvPicPr>
        <p:blipFill rotWithShape="1">
          <a:blip r:embed="rId3"/>
          <a:stretch/>
        </p:blipFill>
        <p:spPr bwMode="auto">
          <a:xfrm rot="0" flipH="0" flipV="0">
            <a:off x="406399" y="2006599"/>
            <a:ext cx="7721599" cy="4142612"/>
          </a:xfrm>
          <a:prstGeom prst="rect">
            <a:avLst/>
          </a:prstGeom>
        </p:spPr>
      </p:pic>
      <p:sp>
        <p:nvSpPr>
          <p:cNvPr id="1970398027" name=""/>
          <p:cNvSpPr/>
          <p:nvPr/>
        </p:nvSpPr>
        <p:spPr bwMode="auto">
          <a:xfrm rot="0" flipH="0" flipV="0">
            <a:off x="3454398" y="6273799"/>
            <a:ext cx="406399" cy="101599"/>
          </a:xfrm>
          <a:prstGeom prst="rect">
            <a:avLst/>
          </a:prstGeom>
          <a:solidFill>
            <a:schemeClr val="tx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7041417" name="Rectangle 155402662"/>
          <p:cNvSpPr txBox="1"/>
          <p:nvPr/>
        </p:nvSpPr>
        <p:spPr bwMode="auto">
          <a:xfrm rot="0" flipH="0" flipV="0">
            <a:off x="3454399" y="6273798"/>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2"/>
                </a:solidFill>
              </a:rPr>
              <a:t>Close </a:t>
            </a:r>
            <a:r>
              <a:rPr lang="it-IT" sz="1400" b="0">
                <a:solidFill>
                  <a:schemeClr val="tx2"/>
                </a:solidFill>
              </a:rPr>
              <a:t>price</a:t>
            </a:r>
            <a:endParaRPr sz="1400" b="0">
              <a:solidFill>
                <a:schemeClr val="tx2"/>
              </a:solidFill>
            </a:endParaRPr>
          </a:p>
        </p:txBody>
      </p:sp>
      <p:sp>
        <p:nvSpPr>
          <p:cNvPr id="493679715" name=""/>
          <p:cNvSpPr/>
          <p:nvPr/>
        </p:nvSpPr>
        <p:spPr bwMode="auto">
          <a:xfrm rot="0" flipH="0" flipV="0">
            <a:off x="4876799" y="6273799"/>
            <a:ext cx="406399" cy="101599"/>
          </a:xfrm>
          <a:prstGeom prst="rect">
            <a:avLst/>
          </a:prstGeom>
          <a:solidFill>
            <a:schemeClr val="accent2"/>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9517700" name="Rectangle 155402662"/>
          <p:cNvSpPr txBox="1"/>
          <p:nvPr/>
        </p:nvSpPr>
        <p:spPr bwMode="auto">
          <a:xfrm rot="0" flipH="0" flipV="0">
            <a:off x="4876799" y="6273798"/>
            <a:ext cx="1219199"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2"/>
                </a:solidFill>
              </a:rPr>
              <a:t>Mean price</a:t>
            </a:r>
            <a:endParaRPr sz="1400" b="0"/>
          </a:p>
        </p:txBody>
      </p:sp>
      <p:sp>
        <p:nvSpPr>
          <p:cNvPr id="345691025" name=""/>
          <p:cNvSpPr/>
          <p:nvPr/>
        </p:nvSpPr>
        <p:spPr bwMode="auto">
          <a:xfrm rot="0" flipH="0" flipV="0">
            <a:off x="6299198" y="6273799"/>
            <a:ext cx="406399" cy="101599"/>
          </a:xfrm>
          <a:prstGeom prst="rect">
            <a:avLst/>
          </a:prstGeom>
          <a:solidFill>
            <a:schemeClr val="accent6"/>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9543007" name="Rectangle 155402662"/>
          <p:cNvSpPr txBox="1"/>
          <p:nvPr/>
        </p:nvSpPr>
        <p:spPr bwMode="auto">
          <a:xfrm rot="0" flipH="0" flipV="0">
            <a:off x="6299198" y="6273798"/>
            <a:ext cx="2031997" cy="406399"/>
          </a:xfrm>
          <a:prstGeom prst="rect">
            <a:avLst/>
          </a:prstGeom>
          <a:noFill/>
        </p:spPr>
        <p:txBody>
          <a:bodyPr vertOverflow="overflow" horzOverflow="overflow" vert="horz" wrap="square" lIns="45720" tIns="45720" rIns="45720" bIns="45720" numCol="1" spcCol="0" rtlCol="0" fromWordArt="0" anchor="b" anchorCtr="0" forceAA="0" upright="0" compatLnSpc="0">
            <a:noAutofit/>
          </a:bodyPr>
          <a:p>
            <a:pPr algn="l">
              <a:defRPr/>
            </a:pPr>
            <a:r>
              <a:rPr lang="it-IT" sz="1400" b="0">
                <a:solidFill>
                  <a:schemeClr val="tx2"/>
                </a:solidFill>
              </a:rPr>
              <a:t>Analyst expectation</a:t>
            </a:r>
            <a:endParaRPr sz="1400" b="0"/>
          </a:p>
        </p:txBody>
      </p:sp>
      <p:cxnSp>
        <p:nvCxnSpPr>
          <p:cNvPr id="238776927" name=""/>
          <p:cNvCxnSpPr/>
          <p:nvPr/>
        </p:nvCxnSpPr>
        <p:spPr bwMode="auto">
          <a:xfrm flipH="0" flipV="0">
            <a:off x="10363196" y="3429000"/>
            <a:ext cx="1219197" cy="36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709801599" name=""/>
          <p:cNvCxnSpPr/>
          <p:nvPr/>
        </p:nvCxnSpPr>
        <p:spPr bwMode="auto">
          <a:xfrm rot="0" flipH="0" flipV="0">
            <a:off x="8737596" y="3429178"/>
            <a:ext cx="1161141" cy="0"/>
          </a:xfrm>
          <a:prstGeom prst="line">
            <a:avLst/>
          </a:prstGeom>
          <a:ln w="1270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9063343" name=""/>
          <p:cNvSpPr/>
          <p:nvPr/>
        </p:nvSpPr>
        <p:spPr bwMode="auto">
          <a:xfrm rot="0" flipH="0" flipV="0">
            <a:off x="4876799" y="2006599"/>
            <a:ext cx="2235199" cy="4063999"/>
          </a:xfrm>
          <a:prstGeom prst="rect">
            <a:avLst/>
          </a:prstGeom>
          <a:solidFill>
            <a:schemeClr val="accent2">
              <a:alpha val="20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914364281"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tx2"/>
                </a:solidFill>
                <a:latin typeface="Arial"/>
                <a:ea typeface="Arial"/>
                <a:cs typeface="Arial"/>
              </a:rPr>
              <a:t> </a:t>
            </a:r>
            <a:r>
              <a:rPr lang="it-IT"/>
              <a:t>| Historical selected financial highlights</a:t>
            </a:r>
            <a:endParaRPr/>
          </a:p>
        </p:txBody>
      </p:sp>
      <p:sp>
        <p:nvSpPr>
          <p:cNvPr id="562888280" name="Footer Placeholder 4"/>
          <p:cNvSpPr>
            <a:spLocks noGrp="1"/>
          </p:cNvSpPr>
          <p:nvPr>
            <p:ph type="ftr" sz="quarter" idx="3"/>
          </p:nvPr>
        </p:nvSpPr>
        <p:spPr bwMode="auto">
          <a:prstGeom prst="rect">
            <a:avLst/>
          </a:prstGeom>
        </p:spPr>
        <p:txBody>
          <a:bodyPr/>
          <a:lstStyle/>
          <a:p>
            <a:pPr>
              <a:defRPr/>
            </a:pPr>
            <a:r>
              <a:rPr lang="it-IT"/>
              <a:t>Note: All figures expressed in USD</a:t>
            </a:r>
            <a:endParaRPr/>
          </a:p>
          <a:p>
            <a:pPr>
              <a:defRPr/>
            </a:pPr>
            <a:r>
              <a:rPr/>
              <a:t>Source</a:t>
            </a:r>
            <a:r>
              <a:rPr lang="it-IT"/>
              <a:t>: Yahoo Finance, Mistral</a:t>
            </a:r>
            <a:endParaRPr lang="it-IT"/>
          </a:p>
        </p:txBody>
      </p:sp>
      <p:sp>
        <p:nvSpPr>
          <p:cNvPr id="1580001809" name="Slide Number Placeholder 5"/>
          <p:cNvSpPr>
            <a:spLocks noGrp="1"/>
          </p:cNvSpPr>
          <p:nvPr>
            <p:ph type="sldNum" sz="quarter" idx="4"/>
          </p:nvPr>
        </p:nvSpPr>
        <p:spPr bwMode="auto">
          <a:prstGeom prst="rect">
            <a:avLst/>
          </a:prstGeom>
        </p:spPr>
        <p:txBody>
          <a:bodyPr/>
          <a:lstStyle/>
          <a:p>
            <a:pPr>
              <a:defRPr/>
            </a:pPr>
            <a:fld id="{82BE44E8-35EF-95C4-D2C3-32175C87F31F}" type="slidenum">
              <a:rPr lang="en-US"/>
              <a:t>3</a:t>
            </a:fld>
            <a:endParaRPr lang="en-US"/>
          </a:p>
        </p:txBody>
      </p:sp>
      <p:cxnSp>
        <p:nvCxnSpPr>
          <p:cNvPr id="67762574" name=""/>
          <p:cNvCxnSpPr/>
          <p:nvPr/>
        </p:nvCxnSpPr>
        <p:spPr bwMode="auto">
          <a:xfrm flipH="0" flipV="0">
            <a:off x="406398" y="1803398"/>
            <a:ext cx="6705600"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37945289" name=""/>
          <p:cNvCxnSpPr/>
          <p:nvPr/>
        </p:nvCxnSpPr>
        <p:spPr bwMode="auto">
          <a:xfrm flipH="0" flipV="0">
            <a:off x="7518399" y="1803075"/>
            <a:ext cx="4267195" cy="32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2734757" name=""/>
          <p:cNvSpPr txBox="1"/>
          <p:nvPr/>
        </p:nvSpPr>
        <p:spPr bwMode="auto">
          <a:xfrm rot="0" flipH="0" flipV="0">
            <a:off x="406398" y="1396998"/>
            <a:ext cx="6705600"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Last 3 years selected financial highlights</a:t>
            </a:r>
            <a:endParaRPr b="1">
              <a:solidFill>
                <a:schemeClr val="tx2"/>
              </a:solidFill>
            </a:endParaRPr>
          </a:p>
        </p:txBody>
      </p:sp>
      <p:sp>
        <p:nvSpPr>
          <p:cNvPr id="360259295" name=""/>
          <p:cNvSpPr txBox="1"/>
          <p:nvPr/>
        </p:nvSpPr>
        <p:spPr bwMode="auto">
          <a:xfrm rot="0" flipH="0" flipV="0">
            <a:off x="7518399" y="1396998"/>
            <a:ext cx="4267195" cy="406398"/>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b="1">
                <a:solidFill>
                  <a:schemeClr val="tx2"/>
                </a:solidFill>
              </a:rPr>
              <a:t>Key facts</a:t>
            </a:r>
            <a:endParaRPr b="1">
              <a:solidFill>
                <a:schemeClr val="tx2"/>
              </a:solidFill>
            </a:endParaRPr>
          </a:p>
        </p:txBody>
      </p:sp>
      <p:sp>
        <p:nvSpPr>
          <p:cNvPr id="1692865074" name=""/>
          <p:cNvSpPr/>
          <p:nvPr/>
        </p:nvSpPr>
        <p:spPr bwMode="auto">
          <a:xfrm rot="0" flipH="0" flipV="0">
            <a:off x="406398" y="2413000"/>
            <a:ext cx="1625598" cy="3657596"/>
          </a:xfrm>
          <a:prstGeom prst="rect">
            <a:avLst/>
          </a:prstGeom>
          <a:solidFill>
            <a:schemeClr val="tx2"/>
          </a:solidFill>
          <a:ln w="19050" cap="flat" cmpd="sng" algn="ctr">
            <a:solidFill>
              <a:schemeClr val="accent1">
                <a:lumMod val="50196"/>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endParaRPr/>
          </a:p>
        </p:txBody>
      </p:sp>
      <p:cxnSp>
        <p:nvCxnSpPr>
          <p:cNvPr id="1100340344" name=""/>
          <p:cNvCxnSpPr/>
          <p:nvPr/>
        </p:nvCxnSpPr>
        <p:spPr bwMode="auto">
          <a:xfrm flipH="0" flipV="0">
            <a:off x="2235197" y="3632201"/>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05365754" name=""/>
          <p:cNvCxnSpPr/>
          <p:nvPr/>
        </p:nvCxnSpPr>
        <p:spPr bwMode="auto">
          <a:xfrm flipH="0" flipV="0">
            <a:off x="2235197" y="4038598"/>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974391877" name=""/>
          <p:cNvCxnSpPr/>
          <p:nvPr/>
        </p:nvCxnSpPr>
        <p:spPr bwMode="auto">
          <a:xfrm flipH="0" flipV="0">
            <a:off x="2235197" y="44450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382239064" name=""/>
          <p:cNvCxnSpPr/>
          <p:nvPr/>
        </p:nvCxnSpPr>
        <p:spPr bwMode="auto">
          <a:xfrm flipH="0" flipV="0">
            <a:off x="2235199" y="4851400"/>
            <a:ext cx="4673599"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852617329" name=""/>
          <p:cNvCxnSpPr/>
          <p:nvPr/>
        </p:nvCxnSpPr>
        <p:spPr bwMode="auto">
          <a:xfrm flipH="0" flipV="0">
            <a:off x="2235197" y="5257801"/>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22480592" name="gross_profit_3"/>
          <p:cNvSpPr txBox="1"/>
          <p:nvPr/>
        </p:nvSpPr>
        <p:spPr bwMode="auto">
          <a:xfrm rot="0" flipH="0" flipV="0">
            <a:off x="22351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973835866" name="operating_profit_3"/>
          <p:cNvSpPr txBox="1"/>
          <p:nvPr/>
        </p:nvSpPr>
        <p:spPr bwMode="auto">
          <a:xfrm rot="0" flipH="0" flipV="0">
            <a:off x="22351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994024075" name="invested_capital_3"/>
          <p:cNvSpPr txBox="1"/>
          <p:nvPr/>
        </p:nvSpPr>
        <p:spPr bwMode="auto">
          <a:xfrm rot="0" flipH="0" flipV="0">
            <a:off x="22351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787885092" name="debt_3"/>
          <p:cNvSpPr txBox="1"/>
          <p:nvPr/>
        </p:nvSpPr>
        <p:spPr bwMode="auto">
          <a:xfrm rot="0" flipH="0" flipV="0">
            <a:off x="22351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2047556773" name="operating_cash_flow_3"/>
          <p:cNvSpPr txBox="1"/>
          <p:nvPr/>
        </p:nvSpPr>
        <p:spPr bwMode="auto">
          <a:xfrm rot="0" flipH="0" flipV="0">
            <a:off x="22351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070831357" name="investing_cash_flow_3"/>
          <p:cNvSpPr txBox="1"/>
          <p:nvPr/>
        </p:nvSpPr>
        <p:spPr bwMode="auto">
          <a:xfrm rot="0" flipH="0" flipV="0">
            <a:off x="22351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765006977" name="net_income_3"/>
          <p:cNvSpPr txBox="1"/>
          <p:nvPr/>
        </p:nvSpPr>
        <p:spPr bwMode="auto">
          <a:xfrm rot="0" flipH="0" flipV="0">
            <a:off x="22351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cxnSp>
        <p:nvCxnSpPr>
          <p:cNvPr id="309624000" name=""/>
          <p:cNvCxnSpPr/>
          <p:nvPr/>
        </p:nvCxnSpPr>
        <p:spPr bwMode="auto">
          <a:xfrm flipH="0" flipV="0">
            <a:off x="2235197" y="32258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54278777" name=""/>
          <p:cNvCxnSpPr/>
          <p:nvPr/>
        </p:nvCxnSpPr>
        <p:spPr bwMode="auto">
          <a:xfrm flipH="0" flipV="0">
            <a:off x="2235197" y="2819400"/>
            <a:ext cx="4673601"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72913169" name="revenue_3"/>
          <p:cNvSpPr txBox="1"/>
          <p:nvPr/>
        </p:nvSpPr>
        <p:spPr bwMode="auto">
          <a:xfrm rot="0" flipH="0" flipV="0">
            <a:off x="22351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cxnSp>
        <p:nvCxnSpPr>
          <p:cNvPr id="1241230653" name=""/>
          <p:cNvCxnSpPr/>
          <p:nvPr/>
        </p:nvCxnSpPr>
        <p:spPr bwMode="auto">
          <a:xfrm rot="0" flipH="0" flipV="0">
            <a:off x="609597" y="3226158"/>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30541880" name=""/>
          <p:cNvSpPr txBox="1"/>
          <p:nvPr/>
        </p:nvSpPr>
        <p:spPr bwMode="auto">
          <a:xfrm rot="0" flipH="0" flipV="0">
            <a:off x="406398" y="2819399"/>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Gross profit</a:t>
            </a:r>
            <a:endParaRPr sz="1400" b="1">
              <a:solidFill>
                <a:schemeClr val="bg2"/>
              </a:solidFill>
            </a:endParaRPr>
          </a:p>
        </p:txBody>
      </p:sp>
      <p:sp>
        <p:nvSpPr>
          <p:cNvPr id="1400590071" name=""/>
          <p:cNvSpPr txBox="1"/>
          <p:nvPr/>
        </p:nvSpPr>
        <p:spPr bwMode="auto">
          <a:xfrm rot="0" flipH="0" flipV="0">
            <a:off x="406398" y="3225799"/>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Operating profit</a:t>
            </a:r>
            <a:endParaRPr sz="1400" b="1">
              <a:solidFill>
                <a:schemeClr val="bg2"/>
              </a:solidFill>
            </a:endParaRPr>
          </a:p>
        </p:txBody>
      </p:sp>
      <p:sp>
        <p:nvSpPr>
          <p:cNvPr id="12269056" name=""/>
          <p:cNvSpPr txBox="1"/>
          <p:nvPr/>
        </p:nvSpPr>
        <p:spPr bwMode="auto">
          <a:xfrm rot="0" flipH="0" flipV="0">
            <a:off x="406398" y="40385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Invested capital</a:t>
            </a:r>
            <a:endParaRPr sz="1400" b="1">
              <a:solidFill>
                <a:schemeClr val="bg2"/>
              </a:solidFill>
            </a:endParaRPr>
          </a:p>
        </p:txBody>
      </p:sp>
      <p:sp>
        <p:nvSpPr>
          <p:cNvPr id="1677001035" name=""/>
          <p:cNvSpPr txBox="1"/>
          <p:nvPr/>
        </p:nvSpPr>
        <p:spPr bwMode="auto">
          <a:xfrm rot="0" flipH="0" flipV="0">
            <a:off x="406398" y="4445000"/>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Debt</a:t>
            </a:r>
            <a:endParaRPr sz="1400" b="1">
              <a:solidFill>
                <a:schemeClr val="bg2"/>
              </a:solidFill>
            </a:endParaRPr>
          </a:p>
        </p:txBody>
      </p:sp>
      <p:sp>
        <p:nvSpPr>
          <p:cNvPr id="587800738" name=""/>
          <p:cNvSpPr txBox="1"/>
          <p:nvPr/>
        </p:nvSpPr>
        <p:spPr bwMode="auto">
          <a:xfrm rot="0" flipH="0" flipV="0">
            <a:off x="406398" y="4851442"/>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Opearting CF</a:t>
            </a:r>
            <a:endParaRPr sz="1400" b="1">
              <a:solidFill>
                <a:schemeClr val="bg2"/>
              </a:solidFill>
            </a:endParaRPr>
          </a:p>
        </p:txBody>
      </p:sp>
      <p:sp>
        <p:nvSpPr>
          <p:cNvPr id="1012693405" name=""/>
          <p:cNvSpPr txBox="1"/>
          <p:nvPr/>
        </p:nvSpPr>
        <p:spPr bwMode="auto">
          <a:xfrm rot="0" flipH="0" flipV="0">
            <a:off x="406398" y="52577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Investing CF</a:t>
            </a:r>
            <a:endParaRPr sz="1400" b="1">
              <a:solidFill>
                <a:schemeClr val="bg2"/>
              </a:solidFill>
            </a:endParaRPr>
          </a:p>
        </p:txBody>
      </p:sp>
      <p:sp>
        <p:nvSpPr>
          <p:cNvPr id="1231464476" name=""/>
          <p:cNvSpPr txBox="1"/>
          <p:nvPr/>
        </p:nvSpPr>
        <p:spPr bwMode="auto">
          <a:xfrm rot="0" flipH="0" flipV="0">
            <a:off x="406398" y="3632241"/>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Net income</a:t>
            </a:r>
            <a:endParaRPr sz="1400" b="1">
              <a:solidFill>
                <a:schemeClr val="bg2"/>
              </a:solidFill>
            </a:endParaRPr>
          </a:p>
        </p:txBody>
      </p:sp>
      <p:cxnSp>
        <p:nvCxnSpPr>
          <p:cNvPr id="1978049645" name=""/>
          <p:cNvCxnSpPr/>
          <p:nvPr/>
        </p:nvCxnSpPr>
        <p:spPr bwMode="auto">
          <a:xfrm rot="0" flipH="0" flipV="0">
            <a:off x="609597" y="36324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56547111" name=""/>
          <p:cNvCxnSpPr/>
          <p:nvPr/>
        </p:nvCxnSpPr>
        <p:spPr bwMode="auto">
          <a:xfrm rot="0" flipH="0" flipV="0">
            <a:off x="609597" y="4038893"/>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23756445" name=""/>
          <p:cNvCxnSpPr/>
          <p:nvPr/>
        </p:nvCxnSpPr>
        <p:spPr bwMode="auto">
          <a:xfrm rot="0" flipH="0" flipV="0">
            <a:off x="609597" y="44452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054799787" name=""/>
          <p:cNvCxnSpPr/>
          <p:nvPr/>
        </p:nvCxnSpPr>
        <p:spPr bwMode="auto">
          <a:xfrm rot="0" flipH="0" flipV="0">
            <a:off x="609597" y="48516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26397484" name=""/>
          <p:cNvCxnSpPr/>
          <p:nvPr/>
        </p:nvCxnSpPr>
        <p:spPr bwMode="auto">
          <a:xfrm rot="0" flipH="0" flipV="0">
            <a:off x="609597" y="5258094"/>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2060444985" name=""/>
          <p:cNvCxnSpPr/>
          <p:nvPr/>
        </p:nvCxnSpPr>
        <p:spPr bwMode="auto">
          <a:xfrm rot="0" flipH="0" flipV="0">
            <a:off x="609597" y="2819758"/>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91193368" name=""/>
          <p:cNvSpPr txBox="1"/>
          <p:nvPr/>
        </p:nvSpPr>
        <p:spPr bwMode="auto">
          <a:xfrm rot="0" flipH="0" flipV="0">
            <a:off x="406398" y="2413000"/>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Revenue</a:t>
            </a:r>
            <a:endParaRPr sz="1400" b="1">
              <a:solidFill>
                <a:schemeClr val="bg2"/>
              </a:solidFill>
            </a:endParaRPr>
          </a:p>
        </p:txBody>
      </p:sp>
      <p:sp>
        <p:nvSpPr>
          <p:cNvPr id="172448537" name=""/>
          <p:cNvSpPr txBox="1"/>
          <p:nvPr/>
        </p:nvSpPr>
        <p:spPr bwMode="auto">
          <a:xfrm rot="0" flipH="0" flipV="0">
            <a:off x="406398" y="5664198"/>
            <a:ext cx="1625598"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bg2"/>
                </a:solidFill>
              </a:rPr>
              <a:t>Free cash flow</a:t>
            </a:r>
            <a:endParaRPr sz="1400" b="1">
              <a:solidFill>
                <a:schemeClr val="bg2"/>
              </a:solidFill>
            </a:endParaRPr>
          </a:p>
        </p:txBody>
      </p:sp>
      <p:sp>
        <p:nvSpPr>
          <p:cNvPr id="25147155" name="free_cash_flow_3"/>
          <p:cNvSpPr txBox="1"/>
          <p:nvPr/>
        </p:nvSpPr>
        <p:spPr bwMode="auto">
          <a:xfrm rot="0" flipH="0" flipV="0">
            <a:off x="22351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cxnSp>
        <p:nvCxnSpPr>
          <p:cNvPr id="814627872" name=""/>
          <p:cNvCxnSpPr/>
          <p:nvPr/>
        </p:nvCxnSpPr>
        <p:spPr bwMode="auto">
          <a:xfrm rot="0" flipH="0" flipV="0">
            <a:off x="609597" y="5664197"/>
            <a:ext cx="1161140" cy="0"/>
          </a:xfrm>
          <a:prstGeom prst="line">
            <a:avLst/>
          </a:prstGeom>
          <a:ln w="6350" cap="flat" cmpd="sng" algn="ctr">
            <a:solidFill>
              <a:schemeClr val="bg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cxnSp>
        <p:nvCxnSpPr>
          <p:cNvPr id="1316789356" name=""/>
          <p:cNvCxnSpPr/>
          <p:nvPr/>
        </p:nvCxnSpPr>
        <p:spPr bwMode="auto">
          <a:xfrm rot="0" flipH="0" flipV="0">
            <a:off x="2235198" y="5663797"/>
            <a:ext cx="4673600" cy="0"/>
          </a:xfrm>
          <a:prstGeom prst="line">
            <a:avLst/>
          </a:prstGeom>
          <a:ln w="635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87646055" name="gross_profit_2"/>
          <p:cNvSpPr txBox="1"/>
          <p:nvPr/>
        </p:nvSpPr>
        <p:spPr bwMode="auto">
          <a:xfrm rot="0" flipH="0" flipV="0">
            <a:off x="30479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927299186" name="operating_profit_2"/>
          <p:cNvSpPr txBox="1"/>
          <p:nvPr/>
        </p:nvSpPr>
        <p:spPr bwMode="auto">
          <a:xfrm rot="0" flipH="0" flipV="0">
            <a:off x="30479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345885988" name="invested_capital_2"/>
          <p:cNvSpPr txBox="1"/>
          <p:nvPr/>
        </p:nvSpPr>
        <p:spPr bwMode="auto">
          <a:xfrm rot="0" flipH="0" flipV="0">
            <a:off x="30479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150786876" name="debt_2"/>
          <p:cNvSpPr txBox="1"/>
          <p:nvPr/>
        </p:nvSpPr>
        <p:spPr bwMode="auto">
          <a:xfrm rot="0" flipH="0" flipV="0">
            <a:off x="30479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717498186" name="operating_cash_flow_2"/>
          <p:cNvSpPr txBox="1"/>
          <p:nvPr/>
        </p:nvSpPr>
        <p:spPr bwMode="auto">
          <a:xfrm rot="0" flipH="0" flipV="0">
            <a:off x="30479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397420753" name="investing_cash_flow_2"/>
          <p:cNvSpPr txBox="1"/>
          <p:nvPr/>
        </p:nvSpPr>
        <p:spPr bwMode="auto">
          <a:xfrm rot="0" flipH="0" flipV="0">
            <a:off x="30479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106116301" name="net_income_2"/>
          <p:cNvSpPr txBox="1"/>
          <p:nvPr/>
        </p:nvSpPr>
        <p:spPr bwMode="auto">
          <a:xfrm rot="0" flipH="0" flipV="0">
            <a:off x="30479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290857094" name="revenue_2"/>
          <p:cNvSpPr txBox="1"/>
          <p:nvPr/>
        </p:nvSpPr>
        <p:spPr bwMode="auto">
          <a:xfrm rot="0" flipH="0" flipV="0">
            <a:off x="30479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sp>
        <p:nvSpPr>
          <p:cNvPr id="178523586" name="free_cash_flow_2"/>
          <p:cNvSpPr txBox="1"/>
          <p:nvPr/>
        </p:nvSpPr>
        <p:spPr bwMode="auto">
          <a:xfrm rot="0" flipH="0" flipV="0">
            <a:off x="30479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235067489" name="gross_profit_1"/>
          <p:cNvSpPr txBox="1"/>
          <p:nvPr/>
        </p:nvSpPr>
        <p:spPr bwMode="auto">
          <a:xfrm rot="0" flipH="0" flipV="0">
            <a:off x="38607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2746059" name="operating_profit_1"/>
          <p:cNvSpPr txBox="1"/>
          <p:nvPr/>
        </p:nvSpPr>
        <p:spPr bwMode="auto">
          <a:xfrm rot="0" flipH="0" flipV="0">
            <a:off x="38607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403024889" name="invested_capital_1"/>
          <p:cNvSpPr txBox="1"/>
          <p:nvPr/>
        </p:nvSpPr>
        <p:spPr bwMode="auto">
          <a:xfrm rot="0" flipH="0" flipV="0">
            <a:off x="38607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478712940" name="debt_1"/>
          <p:cNvSpPr txBox="1"/>
          <p:nvPr/>
        </p:nvSpPr>
        <p:spPr bwMode="auto">
          <a:xfrm rot="0" flipH="0" flipV="0">
            <a:off x="38607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330393320" name="operating_cash_flow_1"/>
          <p:cNvSpPr txBox="1"/>
          <p:nvPr/>
        </p:nvSpPr>
        <p:spPr bwMode="auto">
          <a:xfrm rot="0" flipH="0" flipV="0">
            <a:off x="38607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434671651" name="investing_cash_flow_1"/>
          <p:cNvSpPr txBox="1"/>
          <p:nvPr/>
        </p:nvSpPr>
        <p:spPr bwMode="auto">
          <a:xfrm rot="0" flipH="0" flipV="0">
            <a:off x="38607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14433002" name="net_income_1"/>
          <p:cNvSpPr txBox="1"/>
          <p:nvPr/>
        </p:nvSpPr>
        <p:spPr bwMode="auto">
          <a:xfrm rot="0" flipH="0" flipV="0">
            <a:off x="38607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471811861" name="revenue_1"/>
          <p:cNvSpPr txBox="1"/>
          <p:nvPr/>
        </p:nvSpPr>
        <p:spPr bwMode="auto">
          <a:xfrm rot="0" flipH="0" flipV="0">
            <a:off x="38607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XX.XB</a:t>
            </a:r>
            <a:endParaRPr sz="1400" b="0">
              <a:solidFill>
                <a:schemeClr val="tx2"/>
              </a:solidFill>
            </a:endParaRPr>
          </a:p>
        </p:txBody>
      </p:sp>
      <p:sp>
        <p:nvSpPr>
          <p:cNvPr id="1685837180" name="free_cash_flow_1"/>
          <p:cNvSpPr txBox="1"/>
          <p:nvPr/>
        </p:nvSpPr>
        <p:spPr bwMode="auto">
          <a:xfrm rot="0" flipH="0" flipV="0">
            <a:off x="38607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XX.XB</a:t>
            </a:r>
            <a:endParaRPr/>
          </a:p>
        </p:txBody>
      </p:sp>
      <p:sp>
        <p:nvSpPr>
          <p:cNvPr id="1428776930" name="year_3"/>
          <p:cNvSpPr txBox="1"/>
          <p:nvPr/>
        </p:nvSpPr>
        <p:spPr bwMode="auto">
          <a:xfrm rot="0" flipH="0" flipV="0">
            <a:off x="22351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359279346" name="year_2"/>
          <p:cNvSpPr txBox="1"/>
          <p:nvPr/>
        </p:nvSpPr>
        <p:spPr bwMode="auto">
          <a:xfrm rot="0" flipH="0" flipV="0">
            <a:off x="30479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1790504187" name="year_1"/>
          <p:cNvSpPr txBox="1"/>
          <p:nvPr/>
        </p:nvSpPr>
        <p:spPr bwMode="auto">
          <a:xfrm rot="0" flipH="0" flipV="0">
            <a:off x="3860799" y="20065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20XX</a:t>
            </a:r>
            <a:endParaRPr sz="1400" b="1">
              <a:solidFill>
                <a:schemeClr val="tx2"/>
              </a:solidFill>
            </a:endParaRPr>
          </a:p>
        </p:txBody>
      </p:sp>
      <p:sp>
        <p:nvSpPr>
          <p:cNvPr id="392674136" name="gross_profit_m"/>
          <p:cNvSpPr txBox="1"/>
          <p:nvPr/>
        </p:nvSpPr>
        <p:spPr bwMode="auto">
          <a:xfrm rot="0" flipH="0" flipV="0">
            <a:off x="4876799" y="2819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275255159" name="operating_profit_m"/>
          <p:cNvSpPr txBox="1"/>
          <p:nvPr/>
        </p:nvSpPr>
        <p:spPr bwMode="auto">
          <a:xfrm rot="0" flipH="0" flipV="0">
            <a:off x="4876799" y="32257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873429630" name="invested_capital_m"/>
          <p:cNvSpPr txBox="1"/>
          <p:nvPr/>
        </p:nvSpPr>
        <p:spPr bwMode="auto">
          <a:xfrm rot="0" flipH="0" flipV="0">
            <a:off x="4876799" y="40385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988920844" name="debt_m"/>
          <p:cNvSpPr txBox="1"/>
          <p:nvPr/>
        </p:nvSpPr>
        <p:spPr bwMode="auto">
          <a:xfrm rot="0" flipH="0" flipV="0">
            <a:off x="4876799" y="4444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69843706" name="operating_cash_flow_m"/>
          <p:cNvSpPr txBox="1"/>
          <p:nvPr/>
        </p:nvSpPr>
        <p:spPr bwMode="auto">
          <a:xfrm rot="0" flipH="0" flipV="0">
            <a:off x="4876799" y="48513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575981410" name="investing_cash_flow_m"/>
          <p:cNvSpPr txBox="1"/>
          <p:nvPr/>
        </p:nvSpPr>
        <p:spPr bwMode="auto">
          <a:xfrm rot="0" flipH="0" flipV="0">
            <a:off x="4876799" y="5257798"/>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780970848" name="net_income_m"/>
          <p:cNvSpPr txBox="1"/>
          <p:nvPr/>
        </p:nvSpPr>
        <p:spPr bwMode="auto">
          <a:xfrm rot="0" flipH="0" flipV="0">
            <a:off x="4876799" y="3632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928798890" name="revenue_m"/>
          <p:cNvSpPr txBox="1"/>
          <p:nvPr/>
        </p:nvSpPr>
        <p:spPr bwMode="auto">
          <a:xfrm rot="0" flipH="0" flipV="0">
            <a:off x="4876799" y="24129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a:solidFill>
                  <a:schemeClr val="tx2"/>
                </a:solidFill>
              </a:rPr>
              <a:t>X.X%</a:t>
            </a:r>
            <a:endParaRPr sz="1400" b="0">
              <a:solidFill>
                <a:schemeClr val="tx2"/>
              </a:solidFill>
            </a:endParaRPr>
          </a:p>
        </p:txBody>
      </p:sp>
      <p:sp>
        <p:nvSpPr>
          <p:cNvPr id="1885457984" name="free_cash_flow_m"/>
          <p:cNvSpPr txBox="1"/>
          <p:nvPr/>
        </p:nvSpPr>
        <p:spPr bwMode="auto">
          <a:xfrm rot="0" flipH="0" flipV="0">
            <a:off x="4876799" y="5664199"/>
            <a:ext cx="8127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0" i="0" u="none" strike="noStrike" cap="none" spc="0">
                <a:solidFill>
                  <a:schemeClr val="tx2"/>
                </a:solidFill>
                <a:latin typeface="+mn-lt"/>
                <a:ea typeface="+mn-ea"/>
                <a:cs typeface="+mn-cs"/>
              </a:rPr>
              <a:t>X.X%</a:t>
            </a:r>
            <a:endParaRPr sz="1400" b="0">
              <a:solidFill>
                <a:schemeClr val="tx2"/>
              </a:solidFill>
            </a:endParaRPr>
          </a:p>
        </p:txBody>
      </p:sp>
      <p:sp>
        <p:nvSpPr>
          <p:cNvPr id="1188113094" name="name"/>
          <p:cNvSpPr txBox="1"/>
          <p:nvPr/>
        </p:nvSpPr>
        <p:spPr bwMode="auto">
          <a:xfrm rot="0" flipH="0" flipV="0">
            <a:off x="4876799" y="2006598"/>
            <a:ext cx="2235197" cy="406396"/>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Key insight</a:t>
            </a:r>
            <a:endParaRPr sz="1400" b="1">
              <a:solidFill>
                <a:schemeClr val="tx2"/>
              </a:solidFill>
            </a:endParaRPr>
          </a:p>
        </p:txBody>
      </p:sp>
      <p:sp>
        <p:nvSpPr>
          <p:cNvPr id="1588593765" name="name"/>
          <p:cNvSpPr txBox="1"/>
          <p:nvPr/>
        </p:nvSpPr>
        <p:spPr bwMode="auto">
          <a:xfrm rot="0" flipH="0" flipV="0">
            <a:off x="406398" y="2006599"/>
            <a:ext cx="1625597"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ctr">
              <a:defRPr/>
            </a:pPr>
            <a:r>
              <a:rPr lang="it-IT" sz="1400" b="1">
                <a:solidFill>
                  <a:schemeClr val="tx2"/>
                </a:solidFill>
              </a:rPr>
              <a:t>Item</a:t>
            </a:r>
            <a:endParaRPr sz="1400" b="1">
              <a:solidFill>
                <a:schemeClr val="tx2"/>
              </a:solidFill>
            </a:endParaRPr>
          </a:p>
        </p:txBody>
      </p:sp>
      <p:sp>
        <p:nvSpPr>
          <p:cNvPr id="229711284" name=""/>
          <p:cNvSpPr/>
          <p:nvPr/>
        </p:nvSpPr>
        <p:spPr bwMode="auto">
          <a:xfrm rot="0" flipH="0" flipV="0">
            <a:off x="7518399" y="2006599"/>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789817586" name="comment_1"/>
          <p:cNvSpPr/>
          <p:nvPr/>
        </p:nvSpPr>
        <p:spPr bwMode="auto">
          <a:xfrm rot="0" flipH="0" flipV="0">
            <a:off x="8127999" y="2006599"/>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646002317" name=""/>
          <p:cNvSpPr/>
          <p:nvPr/>
        </p:nvSpPr>
        <p:spPr bwMode="auto">
          <a:xfrm rot="0" flipH="0" flipV="0">
            <a:off x="7518399" y="3429000"/>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2125324393" name="comment_2"/>
          <p:cNvSpPr/>
          <p:nvPr/>
        </p:nvSpPr>
        <p:spPr bwMode="auto">
          <a:xfrm rot="0" flipH="0" flipV="0">
            <a:off x="8127999" y="3429000"/>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121291845" name=""/>
          <p:cNvSpPr/>
          <p:nvPr/>
        </p:nvSpPr>
        <p:spPr bwMode="auto">
          <a:xfrm rot="0" flipH="0" flipV="0">
            <a:off x="7518399" y="4851398"/>
            <a:ext cx="609599" cy="1219199"/>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p>
            <a:pPr>
              <a:defRPr/>
            </a:pPr>
            <a:endParaRPr/>
          </a:p>
        </p:txBody>
      </p:sp>
      <p:sp>
        <p:nvSpPr>
          <p:cNvPr id="1833679478" name="comment_3"/>
          <p:cNvSpPr/>
          <p:nvPr/>
        </p:nvSpPr>
        <p:spPr bwMode="auto">
          <a:xfrm rot="0" flipH="0" flipV="0">
            <a:off x="8127999" y="4851399"/>
            <a:ext cx="3657597" cy="12191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ctr"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a:t>
            </a:r>
            <a:endParaRPr sz="1600">
              <a:solidFill>
                <a:schemeClr val="tx2"/>
              </a:solidFill>
            </a:endParaRPr>
          </a:p>
        </p:txBody>
      </p:sp>
      <p:sp>
        <p:nvSpPr>
          <p:cNvPr id="2098471398" name="symbol"/>
          <p:cNvSpPr txBox="1"/>
          <p:nvPr/>
        </p:nvSpPr>
        <p:spPr bwMode="auto">
          <a:xfrm rot="0" flipH="0" flipV="0">
            <a:off x="5689599" y="28194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678155250" name="sector"/>
          <p:cNvSpPr txBox="1"/>
          <p:nvPr/>
        </p:nvSpPr>
        <p:spPr bwMode="auto">
          <a:xfrm rot="0" flipH="0" flipV="0">
            <a:off x="5689599" y="32258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644179736" name="market_cap"/>
          <p:cNvSpPr txBox="1"/>
          <p:nvPr/>
        </p:nvSpPr>
        <p:spPr bwMode="auto">
          <a:xfrm rot="0" flipH="0" flipV="0">
            <a:off x="5689599" y="40386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ROIC</a:t>
            </a:r>
            <a:endParaRPr sz="1200" b="0">
              <a:solidFill>
                <a:schemeClr val="tx2"/>
              </a:solidFill>
            </a:endParaRPr>
          </a:p>
        </p:txBody>
      </p:sp>
      <p:sp>
        <p:nvSpPr>
          <p:cNvPr id="1249398816" name="earnings"/>
          <p:cNvSpPr txBox="1"/>
          <p:nvPr/>
        </p:nvSpPr>
        <p:spPr bwMode="auto">
          <a:xfrm rot="0" flipH="0" flipV="0">
            <a:off x="5689599" y="44450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D/C ratio</a:t>
            </a:r>
            <a:endParaRPr sz="1200" b="0">
              <a:solidFill>
                <a:schemeClr val="tx2"/>
              </a:solidFill>
            </a:endParaRPr>
          </a:p>
        </p:txBody>
      </p:sp>
      <p:sp>
        <p:nvSpPr>
          <p:cNvPr id="433939966" name="stock_price"/>
          <p:cNvSpPr txBox="1"/>
          <p:nvPr/>
        </p:nvSpPr>
        <p:spPr bwMode="auto">
          <a:xfrm rot="0" flipH="0" flipV="0">
            <a:off x="5689599" y="48514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 of revenue</a:t>
            </a:r>
            <a:endParaRPr sz="1200" b="0">
              <a:solidFill>
                <a:schemeClr val="tx2"/>
              </a:solidFill>
            </a:endParaRPr>
          </a:p>
        </p:txBody>
      </p:sp>
      <p:sp>
        <p:nvSpPr>
          <p:cNvPr id="876730112" name="analyst_rating"/>
          <p:cNvSpPr txBox="1"/>
          <p:nvPr/>
        </p:nvSpPr>
        <p:spPr bwMode="auto">
          <a:xfrm rot="0" flipH="0" flipV="0">
            <a:off x="5689599" y="52578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 of revenue</a:t>
            </a:r>
            <a:endParaRPr sz="1200" b="0">
              <a:solidFill>
                <a:schemeClr val="tx2"/>
              </a:solidFill>
            </a:endParaRPr>
          </a:p>
        </p:txBody>
      </p:sp>
      <p:sp>
        <p:nvSpPr>
          <p:cNvPr id="878139496" name="industry"/>
          <p:cNvSpPr txBox="1"/>
          <p:nvPr/>
        </p:nvSpPr>
        <p:spPr bwMode="auto">
          <a:xfrm rot="0" flipH="0" flipV="0">
            <a:off x="5689599" y="3632201"/>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margin</a:t>
            </a:r>
            <a:endParaRPr sz="1200" b="0">
              <a:solidFill>
                <a:schemeClr val="tx2"/>
              </a:solidFill>
            </a:endParaRPr>
          </a:p>
        </p:txBody>
      </p:sp>
      <p:sp>
        <p:nvSpPr>
          <p:cNvPr id="365808224" name="name"/>
          <p:cNvSpPr txBox="1"/>
          <p:nvPr/>
        </p:nvSpPr>
        <p:spPr bwMode="auto">
          <a:xfrm rot="0" flipH="0" flipV="0">
            <a:off x="5689599" y="2413000"/>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growth</a:t>
            </a:r>
            <a:endParaRPr sz="1200" b="0">
              <a:solidFill>
                <a:schemeClr val="tx2"/>
              </a:solidFill>
            </a:endParaRPr>
          </a:p>
        </p:txBody>
      </p:sp>
      <p:sp>
        <p:nvSpPr>
          <p:cNvPr id="255756735" name="beta"/>
          <p:cNvSpPr txBox="1"/>
          <p:nvPr/>
        </p:nvSpPr>
        <p:spPr bwMode="auto">
          <a:xfrm rot="0" flipH="0" flipV="0">
            <a:off x="5689599" y="5664201"/>
            <a:ext cx="14223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lgn="l">
              <a:defRPr/>
            </a:pPr>
            <a:r>
              <a:rPr lang="it-IT" sz="1200" b="0">
                <a:solidFill>
                  <a:schemeClr val="tx2"/>
                </a:solidFill>
              </a:rPr>
              <a:t>growth</a:t>
            </a:r>
            <a:endParaRPr sz="1200" b="0">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34844352" name="Title 1"/>
          <p:cNvSpPr>
            <a:spLocks noGrp="1"/>
          </p:cNvSpPr>
          <p:nvPr>
            <p:ph type="title"/>
          </p:nvPr>
        </p:nvSpPr>
        <p:spPr bwMode="auto"/>
        <p:txBody>
          <a:bodyPr/>
          <a:lstStyle/>
          <a:p>
            <a:pPr>
              <a:defRPr/>
            </a:pPr>
            <a:r>
              <a:rPr lang="it-IT" sz="2400" b="1" i="0" u="none" strike="noStrike" cap="none" spc="0">
                <a:solidFill>
                  <a:schemeClr val="accent2"/>
                </a:solidFill>
                <a:latin typeface="Arial"/>
                <a:ea typeface="Arial"/>
                <a:cs typeface="Arial"/>
              </a:rPr>
              <a:t>{company_name}</a:t>
            </a:r>
            <a:r>
              <a:rPr lang="it-IT" sz="2400" b="1" i="0" u="none" strike="noStrike" cap="none" spc="0">
                <a:solidFill>
                  <a:schemeClr val="accent2"/>
                </a:solidFill>
                <a:latin typeface="Arial"/>
                <a:ea typeface="Arial"/>
                <a:cs typeface="Arial"/>
              </a:rPr>
              <a:t> </a:t>
            </a:r>
            <a:r>
              <a:rPr lang="it-IT" sz="2400" b="1" i="0" u="none" strike="noStrike" cap="none" spc="0">
                <a:solidFill>
                  <a:schemeClr val="tx2"/>
                </a:solidFill>
                <a:latin typeface="+mj-lt"/>
                <a:ea typeface="+mj-ea"/>
                <a:cs typeface="+mj-cs"/>
              </a:rPr>
              <a:t>| Current news</a:t>
            </a:r>
            <a:endParaRPr sz="2400"/>
          </a:p>
        </p:txBody>
      </p:sp>
      <p:sp>
        <p:nvSpPr>
          <p:cNvPr id="2004763294" name="Footer Placeholder 4"/>
          <p:cNvSpPr>
            <a:spLocks noGrp="1"/>
          </p:cNvSpPr>
          <p:nvPr>
            <p:ph type="ftr" sz="quarter" idx="3"/>
          </p:nvPr>
        </p:nvSpPr>
        <p:spPr bwMode="auto">
          <a:prstGeom prst="rect">
            <a:avLst/>
          </a:prstGeom>
        </p:spPr>
        <p:txBody>
          <a:bodyPr/>
          <a:lstStyle/>
          <a:p>
            <a:pPr>
              <a:defRPr/>
            </a:pPr>
            <a:r>
              <a:rPr/>
              <a:t>Source</a:t>
            </a:r>
            <a:r>
              <a:rPr lang="it-IT"/>
              <a:t>: Yahoo Finance, Mistral</a:t>
            </a:r>
            <a:endParaRPr/>
          </a:p>
        </p:txBody>
      </p:sp>
      <p:sp>
        <p:nvSpPr>
          <p:cNvPr id="2006905597" name="Slide Number Placeholder 5"/>
          <p:cNvSpPr>
            <a:spLocks noGrp="1"/>
          </p:cNvSpPr>
          <p:nvPr>
            <p:ph type="sldNum" sz="quarter" idx="4"/>
          </p:nvPr>
        </p:nvSpPr>
        <p:spPr bwMode="auto">
          <a:prstGeom prst="rect">
            <a:avLst/>
          </a:prstGeom>
        </p:spPr>
        <p:txBody>
          <a:bodyPr/>
          <a:lstStyle/>
          <a:p>
            <a:pPr>
              <a:defRPr/>
            </a:pPr>
            <a:fld id="{C9D403B2-8D87-49D1-E5D5-9F7B42A8873D}" type="slidenum">
              <a:rPr lang="en-US"/>
              <a:t>4</a:t>
            </a:fld>
            <a:endParaRPr lang="en-US"/>
          </a:p>
        </p:txBody>
      </p:sp>
      <p:cxnSp>
        <p:nvCxnSpPr>
          <p:cNvPr id="2016570538" name=""/>
          <p:cNvCxnSpPr/>
          <p:nvPr/>
        </p:nvCxnSpPr>
        <p:spPr bwMode="auto">
          <a:xfrm flipH="0" flipV="0">
            <a:off x="406397" y="1803397"/>
            <a:ext cx="11379199" cy="0"/>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50521005" name=""/>
          <p:cNvSpPr txBox="1"/>
          <p:nvPr/>
        </p:nvSpPr>
        <p:spPr bwMode="auto">
          <a:xfrm rot="0" flipH="0" flipV="0">
            <a:off x="406397" y="1396998"/>
            <a:ext cx="11379199" cy="406397"/>
          </a:xfrm>
          <a:prstGeom prst="rect">
            <a:avLst/>
          </a:prstGeom>
          <a:noFill/>
        </p:spPr>
        <p:txBody>
          <a:bodyPr vertOverflow="overflow" horzOverflow="overflow" vert="horz" wrap="square" lIns="91440" tIns="45720" rIns="91440" bIns="45720" numCol="1" spcCol="0" rtlCol="0" fromWordArt="0" anchor="ctr" anchorCtr="0" forceAA="0" upright="0" compatLnSpc="0">
            <a:noAutofit/>
          </a:bodyPr>
          <a:p>
            <a:pPr>
              <a:defRPr/>
            </a:pPr>
            <a:r>
              <a:rPr lang="it-IT" b="1">
                <a:solidFill>
                  <a:schemeClr val="tx2"/>
                </a:solidFill>
              </a:rPr>
              <a:t>Top 3 topics in current news</a:t>
            </a:r>
            <a:endParaRPr b="1">
              <a:solidFill>
                <a:schemeClr val="tx2"/>
              </a:solidFill>
            </a:endParaRPr>
          </a:p>
        </p:txBody>
      </p:sp>
      <p:cxnSp>
        <p:nvCxnSpPr>
          <p:cNvPr id="1549148" name=""/>
          <p:cNvCxnSpPr/>
          <p:nvPr/>
        </p:nvCxnSpPr>
        <p:spPr bwMode="auto">
          <a:xfrm flipH="0" flipV="0">
            <a:off x="406399" y="1803074"/>
            <a:ext cx="7241300" cy="319"/>
          </a:xfrm>
          <a:prstGeom prst="line">
            <a:avLst/>
          </a:prstGeom>
          <a:ln w="12700" cap="flat" cmpd="sng" algn="ctr">
            <a:solidFill>
              <a:schemeClr val="tx2"/>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16350874" name="news_name_1"/>
          <p:cNvSpPr/>
          <p:nvPr/>
        </p:nvSpPr>
        <p:spPr bwMode="auto">
          <a:xfrm rot="0" flipH="0" flipV="0">
            <a:off x="406399" y="2006599"/>
            <a:ext cx="34543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906087781" name="news_1"/>
          <p:cNvSpPr/>
          <p:nvPr/>
        </p:nvSpPr>
        <p:spPr bwMode="auto">
          <a:xfrm rot="0" flipH="0" flipV="0">
            <a:off x="406399" y="3022599"/>
            <a:ext cx="3454399"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2"/>
              </a:solidFill>
            </a:endParaRPr>
          </a:p>
        </p:txBody>
      </p:sp>
      <p:sp>
        <p:nvSpPr>
          <p:cNvPr id="109753580" name="news_name_2"/>
          <p:cNvSpPr/>
          <p:nvPr/>
        </p:nvSpPr>
        <p:spPr bwMode="auto">
          <a:xfrm rot="0" flipH="0" flipV="0">
            <a:off x="4267199" y="2006599"/>
            <a:ext cx="36575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1859707664" name="news_2"/>
          <p:cNvSpPr/>
          <p:nvPr/>
        </p:nvSpPr>
        <p:spPr bwMode="auto">
          <a:xfrm rot="0" flipH="0" flipV="0">
            <a:off x="4267199" y="3022599"/>
            <a:ext cx="3657600"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a:p>
        </p:txBody>
      </p:sp>
      <p:sp>
        <p:nvSpPr>
          <p:cNvPr id="512455155" name="news_name_3"/>
          <p:cNvSpPr/>
          <p:nvPr/>
        </p:nvSpPr>
        <p:spPr bwMode="auto">
          <a:xfrm rot="0" flipH="0" flipV="0">
            <a:off x="8331199" y="2006599"/>
            <a:ext cx="3454399" cy="1016000"/>
          </a:xfrm>
          <a:prstGeom prst="rect">
            <a:avLst/>
          </a:prstGeom>
          <a:solidFill>
            <a:schemeClr val="tx2"/>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anchor="ctr"/>
          <a:p>
            <a:pPr algn="ctr">
              <a:defRPr/>
            </a:pPr>
            <a:r>
              <a:rPr lang="it-IT" sz="1800" b="1" i="0" u="none" strike="noStrike" cap="none" spc="0">
                <a:solidFill>
                  <a:schemeClr val="lt1"/>
                </a:solidFill>
                <a:latin typeface="Arial"/>
                <a:ea typeface="Arial"/>
                <a:cs typeface="Arial"/>
              </a:rPr>
              <a:t>Lorem ipsum dolor sit amet</a:t>
            </a:r>
            <a:endParaRPr/>
          </a:p>
        </p:txBody>
      </p:sp>
      <p:sp>
        <p:nvSpPr>
          <p:cNvPr id="1011798944" name="news_3"/>
          <p:cNvSpPr/>
          <p:nvPr/>
        </p:nvSpPr>
        <p:spPr bwMode="auto">
          <a:xfrm rot="0" flipH="0" flipV="0">
            <a:off x="8331199" y="3022599"/>
            <a:ext cx="3454399" cy="3047999"/>
          </a:xfrm>
          <a:prstGeom prst="rect">
            <a:avLst/>
          </a:prstGeom>
          <a:solidFill>
            <a:schemeClr val="bg1"/>
          </a:solidFill>
          <a:ln w="12700" cap="flat" cmpd="sng" algn="ctr">
            <a:solidFill>
              <a:schemeClr val="tx2"/>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91440" tIns="45720" rIns="91440" bIns="45720" numCol="1" spcCol="0" rtlCol="0" fromWordArt="0" anchor="t" anchorCtr="0" forceAA="0" upright="0" compatLnSpc="0"/>
          <a:p>
            <a:pPr algn="l">
              <a:defRPr/>
            </a:pPr>
            <a:r>
              <a:rPr lang="it-IT" sz="1600" b="0" i="0" u="none" strike="noStrike" cap="none" spc="0">
                <a:solidFill>
                  <a:schemeClr val="tx2"/>
                </a:solidFill>
                <a:latin typeface="Arial"/>
                <a:ea typeface="Arial"/>
                <a:cs typeface="Arial"/>
              </a:rPr>
              <a:t>Lorem ipsum dolor sit amet, consectetur adipiscing elit. Maecenas sed turpis ante. Vivamus id lorem orci. Phasellus ut quam purus. Nulla ligula leo, pharetra vitae sapien sit amet, pretium lacinia libero. Vivamus ligula ipsum, porta vel dapibus vel, tincidunt id libero. Duis euismod sit amet nisl eget molestie.</a:t>
            </a:r>
            <a:endParaRPr sz="1600">
              <a:solidFill>
                <a:schemeClr val="tx2"/>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5</Slides>
  <Notes>5</Notes>
  <HiddenSlides>0</HiddenSlides>
  <MMClips>2</MMClips>
  <ScaleCrop>0</ScaleCrop>
  <HeadingPairs>
    <vt:vector size="4" baseType="variant">
      <vt:variant>
        <vt:lpstr>Theme</vt:lpstr>
      </vt:variant>
      <vt:variant>
        <vt:i4>1</vt:i4>
      </vt:variant>
      <vt:variant>
        <vt:lpstr>Slide Titles</vt:lpstr>
      </vt:variant>
      <vt:variant>
        <vt:i4>5</vt:i4>
      </vt:variant>
    </vt:vector>
  </HeadingPairs>
  <TitlesOfParts>
    <vt:vector size="6" baseType="lpstr">
      <vt:lpstr>Theme 1</vt:lpstr>
      <vt:lpstr>Slide 1</vt:lpstr>
      <vt:lpstr>Slide 2</vt:lpstr>
      <vt:lpstr>Slide 3</vt:lpstr>
      <vt:lpstr>Slide 4</vt:lpstr>
      <vt:lpstr>Slide 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36</cp:revision>
  <dcterms:modified xsi:type="dcterms:W3CDTF">2026-07-31T02:04:20Z</dcterms:modified>
</cp:coreProperties>
</file>